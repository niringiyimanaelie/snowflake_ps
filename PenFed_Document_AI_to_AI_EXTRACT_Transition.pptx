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Document AI to AI_EXTRACT Transition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PenFed Credit Union | Snowflake Platform Update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PenFed uses Snowflake as the primary analytics and data platform</a:t>
            </a:r>
          </a:p>
          <a:p>
            <a:pPr lvl="1"/>
            <a:r>
              <a:t>Document processing is a core capability across multiple workflows</a:t>
            </a:r>
          </a:p>
          <a:p>
            <a:pPr lvl="1"/>
            <a:r>
              <a:t>Snowflake is evolving its document AI strategy</a:t>
            </a:r>
          </a:p>
          <a:p>
            <a:pPr lvl="1"/>
            <a:r>
              <a:t>This session provides awareness and direction, not a forced migration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Happening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 AI Model Build UI is being deprecated</a:t>
            </a:r>
          </a:p>
          <a:p>
            <a:pPr lvl="1"/>
            <a:r>
              <a:t>Snowflake recommends AI_EXTRACT for new document processing use cases</a:t>
            </a:r>
          </a:p>
          <a:p>
            <a:pPr lvl="1"/>
            <a:r>
              <a:t>AI_EXTRACT is powered by the arctic-extract model</a:t>
            </a:r>
          </a:p>
          <a:p>
            <a:pPr lvl="1"/>
            <a:r>
              <a:t>Customer announcement finalized: Nov 26, 2025</a:t>
            </a:r>
          </a:p>
          <a:p>
            <a:pPr lvl="1"/>
            <a:r>
              <a:t>Deprecation date: Feb 28,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Continuity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existing published and trained Document AI models will continue to run</a:t>
            </a:r>
          </a:p>
          <a:p>
            <a:pPr lvl="1"/>
            <a:r>
              <a:t>Models stored in the Snowflake Model Registry remain supported</a:t>
            </a:r>
          </a:p>
          <a:p>
            <a:pPr lvl="1"/>
            <a:r>
              <a:t>No immediate disruption to existing production workloads</a:t>
            </a:r>
          </a:p>
          <a:p>
            <a:pPr lvl="1"/>
            <a:r>
              <a:t>Migration can be planned and executed incrementally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Change (Model)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AI_EXTRACT uses Snowflake’s best-in-class arctic-extract model</a:t>
            </a:r>
          </a:p>
          <a:p>
            <a:pPr lvl="1"/>
            <a:r>
              <a:t>Higher accuracy and faster inference performance</a:t>
            </a:r>
          </a:p>
          <a:p>
            <a:pPr lvl="1"/>
            <a:r>
              <a:t>Expanded multilingual document support</a:t>
            </a:r>
          </a:p>
          <a:p>
            <a:pPr lvl="1"/>
            <a:r>
              <a:t>Vision-based modeling for full document context</a:t>
            </a:r>
          </a:p>
          <a:p>
            <a:pPr lvl="1"/>
            <a:r>
              <a:t>Single inference call supports entities, lists, tables, checkboxes, multi-page documents</a:t>
            </a:r>
          </a:p>
          <a:p>
            <a:pPr lvl="1"/>
            <a:r>
              <a:t>Continued investment in future model versions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Change (Capabilities)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Programmatic access via SQL and Python (GA)</a:t>
            </a:r>
          </a:p>
          <a:p>
            <a:pPr lvl="1"/>
            <a:r>
              <a:t>Seamless integration into existing data and automation workflows</a:t>
            </a:r>
          </a:p>
          <a:p>
            <a:pPr lvl="1"/>
            <a:r>
              <a:t>Supports dynamic and multi-format document types</a:t>
            </a:r>
          </a:p>
          <a:p>
            <a:pPr lvl="1"/>
            <a:r>
              <a:t>Zero-copy inference using files directly from Snowflake or external stages</a:t>
            </a:r>
          </a:p>
          <a:p>
            <a:pPr lvl="1"/>
            <a:r>
              <a:t>Cross-region inference support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Previous Architecture: Document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UI-driven model build process</a:t>
            </a:r>
          </a:p>
          <a:p>
            <a:pPr lvl="1"/>
            <a:r>
              <a:t>Documents, prompts, and annotations managed in the UI</a:t>
            </a:r>
          </a:p>
          <a:p>
            <a:pPr lvl="1"/>
            <a:r>
              <a:t>Models published and stored in the Model Registry</a:t>
            </a:r>
          </a:p>
          <a:p>
            <a:pPr lvl="1"/>
            <a:r>
              <a:t>Inference executed through Document AI APIs</a:t>
            </a:r>
          </a:p>
          <a:p>
            <a:pPr lvl="1"/>
            <a:r>
              <a:t>Separate lifecycle from core data pipelines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Architecture: AI_EXTRACT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Documents stored in Snowflake or external stages</a:t>
            </a:r>
          </a:p>
          <a:p>
            <a:pPr lvl="1"/>
            <a:r>
              <a:t>AI_EXTRACT executed directly via SQL or Python</a:t>
            </a:r>
          </a:p>
          <a:p>
            <a:pPr lvl="1"/>
            <a:r>
              <a:t>No UI dependency for production pipelines</a:t>
            </a:r>
          </a:p>
          <a:p>
            <a:pPr lvl="1"/>
            <a:r>
              <a:t>Results written directly to Snowflake tables</a:t>
            </a:r>
          </a:p>
          <a:p>
            <a:pPr lvl="1"/>
            <a:r>
              <a:t>Unified governance, security, and monitoring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Happens to Existing Model Builds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 AI UI will not be available after Feb 2026</a:t>
            </a:r>
          </a:p>
          <a:p>
            <a:pPr lvl="1"/>
            <a:r>
              <a:t>Published models in the Model Registry continue to run</a:t>
            </a:r>
          </a:p>
          <a:p>
            <a:pPr lvl="1"/>
            <a:r>
              <a:t>Customers can export model build assets (files, prompts, annotations)</a:t>
            </a:r>
          </a:p>
          <a:p>
            <a:pPr lvl="1"/>
            <a:r>
              <a:t>One-time migration required for models not stored in the Model Registry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and Cost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Inference API changes from DocAIModel.predict to AI_EXTRACT</a:t>
            </a:r>
          </a:p>
          <a:p>
            <a:pPr lvl="1"/>
            <a:r>
              <a:t>New API returns a different response format</a:t>
            </a:r>
          </a:p>
          <a:p>
            <a:pPr lvl="1"/>
            <a:r>
              <a:t>Inference scripts must be updated accordingly</a:t>
            </a:r>
          </a:p>
          <a:p>
            <a:pPr lvl="1"/>
            <a:r>
              <a:t>Billing shifts from GPU per hour to credits per million tokens</a:t>
            </a:r>
          </a:p>
          <a:p>
            <a:pPr lvl="1"/>
            <a:r>
              <a:t>Expanded in-region availability for inference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Available Going Forward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AI_EXTRACT – Generally Available</a:t>
            </a:r>
          </a:p>
          <a:p>
            <a:pPr lvl="1"/>
            <a:r>
              <a:t>Model Build Export – GA</a:t>
            </a:r>
          </a:p>
          <a:p>
            <a:pPr lvl="1"/>
            <a:r>
              <a:t>Cortex Fine-tuning API – In Preview</a:t>
            </a:r>
          </a:p>
          <a:p>
            <a:pPr lvl="1"/>
            <a:r>
              <a:t>Document Processing Playground for business and technical users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 Processing Playground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Low-code and no-code document extraction evaluation</a:t>
            </a:r>
          </a:p>
          <a:p>
            <a:pPr lvl="1"/>
            <a:r>
              <a:t>Designed for both technical and business users</a:t>
            </a:r>
          </a:p>
          <a:p>
            <a:pPr lvl="1"/>
            <a:r>
              <a:t>Natural language prompts without SQL or JSON upfront</a:t>
            </a:r>
          </a:p>
          <a:p>
            <a:pPr lvl="1"/>
            <a:r>
              <a:t>Automatically generates production-ready code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Arctic-Extract Fine-Tuning API (Preview)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Programmatic end-to-end fine-tuning and deployment</a:t>
            </a:r>
          </a:p>
          <a:p>
            <a:pPr lvl="1"/>
            <a:r>
              <a:t>Integrates with existing data ingestion and labeling workflows</a:t>
            </a:r>
          </a:p>
          <a:p>
            <a:pPr lvl="1"/>
            <a:r>
              <a:t>Supports continuous model improvement over time</a:t>
            </a:r>
          </a:p>
          <a:p>
            <a:pPr lvl="1"/>
            <a:r>
              <a:t>Zero-copy fine-tuning using Snowflake or external stages</a:t>
            </a:r>
          </a:p>
          <a:p>
            <a:pPr lvl="1"/>
            <a:r>
              <a:t>Model Registry used for versioning and lineage</a:t>
            </a:r>
          </a:p>
          <a:p>
            <a:pPr lvl="1"/>
            <a:r>
              <a:t>Currently available in limited regions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Snowflake is transitioning from UI-based Document AI to AI_EXTRACT</a:t>
            </a:r>
          </a:p>
          <a:p>
            <a:pPr lvl="1"/>
            <a:r>
              <a:t>Existing models remain supported for business continuity</a:t>
            </a:r>
          </a:p>
          <a:p>
            <a:pPr lvl="1"/>
            <a:r>
              <a:t>AI_EXTRACT aligns better with production data pipelines</a:t>
            </a:r>
          </a:p>
          <a:p>
            <a:pPr lvl="1"/>
            <a:r>
              <a:t>Simpler architecture, improved governance, and future scalability</a:t>
            </a:r>
          </a:p>
          <a:p>
            <a:pPr lvl="1"/>
            <a:r>
              <a:t>Recommended path for all new document extraction use cases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