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</p:sldIdLst>
  <p:sldSz cx="9144000" cy="6858000" type="screen4x3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106" d="100"/>
          <a:sy n="106" d="100"/>
        </p:scale>
        <p:origin x="7122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9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6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8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">
  <p:cSld name="Multi-use layout">
    <p:spTree>
      <p:nvGrpSpPr>
        <p:cNvPr id="1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2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Google Shape;12;p2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" name="Google Shape;13;p2"/>
          <p:cNvSpPr txBox="1">
            <a:spLocks noGrp="1"/>
          </p:cNvSpPr>
          <p:nvPr>
            <p:ph type="subTitle" idx="1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14" name="Google Shape;14;p2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5" name="Google Shape;15;p2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7" name="Google Shape;17;p2"/>
          <p:cNvSpPr txBox="1">
            <a:spLocks noGrp="1"/>
          </p:cNvSpPr>
          <p:nvPr>
            <p:ph type="title"/>
          </p:nvPr>
        </p:nvSpPr>
        <p:spPr>
          <a:xfrm>
            <a:off x="365750" y="365764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173328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2-Line Title">
  <p:cSld name="Multi-use layout w/ 2-Line Title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0" name="Google Shape;20;p3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" name="Google Shape;21;p3"/>
          <p:cNvSpPr txBox="1">
            <a:spLocks noGrp="1"/>
          </p:cNvSpPr>
          <p:nvPr>
            <p:ph type="title"/>
          </p:nvPr>
        </p:nvSpPr>
        <p:spPr>
          <a:xfrm>
            <a:off x="367900" y="365764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2" name="Google Shape;22;p3"/>
          <p:cNvSpPr txBox="1">
            <a:spLocks noGrp="1"/>
          </p:cNvSpPr>
          <p:nvPr>
            <p:ph type="subTitle" idx="1"/>
          </p:nvPr>
        </p:nvSpPr>
        <p:spPr>
          <a:xfrm>
            <a:off x="365760" y="1496489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" name="Google Shape;23;p3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" name="Google Shape;24;p3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" name="Google Shape;25;p3"/>
          <p:cNvSpPr/>
          <p:nvPr/>
        </p:nvSpPr>
        <p:spPr>
          <a:xfrm>
            <a:off x="0" y="458000"/>
            <a:ext cx="137100" cy="9752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6304747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Lines 01">
  <p:cSld name="Multi-use layout w/ Dotted Lines 01">
    <p:spTree>
      <p:nvGrpSpPr>
        <p:cNvPr id="1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7" name="Google Shape;27;p4"/>
          <p:cNvGrpSpPr/>
          <p:nvPr/>
        </p:nvGrpSpPr>
        <p:grpSpPr>
          <a:xfrm>
            <a:off x="4" y="5015936"/>
            <a:ext cx="9143997" cy="1828752"/>
            <a:chOff x="-10" y="3735321"/>
            <a:chExt cx="9139427" cy="1408177"/>
          </a:xfrm>
        </p:grpSpPr>
        <p:pic>
          <p:nvPicPr>
            <p:cNvPr id="28" name="Google Shape;28;p4"/>
            <p:cNvPicPr preferRelativeResize="0"/>
            <p:nvPr/>
          </p:nvPicPr>
          <p:blipFill rotWithShape="1">
            <a:blip r:embed="rId2">
              <a:alphaModFix amt="29000"/>
            </a:blip>
            <a:srcRect t="139" b="139"/>
            <a:stretch/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9" name="Google Shape;29;p4"/>
            <p:cNvPicPr preferRelativeResize="0"/>
            <p:nvPr/>
          </p:nvPicPr>
          <p:blipFill rotWithShape="1">
            <a:blip r:embed="rId3">
              <a:alphaModFix amt="29000"/>
            </a:blip>
            <a:srcRect t="139" b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0" name="Google Shape;30;p4"/>
            <p:cNvPicPr preferRelativeResize="0"/>
            <p:nvPr/>
          </p:nvPicPr>
          <p:blipFill rotWithShape="1">
            <a:blip r:embed="rId4">
              <a:alphaModFix amt="29000"/>
            </a:blip>
            <a:srcRect t="139" b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31" name="Google Shape;31;p4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32" name="Google Shape;32;p4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3" name="Google Shape;33;p4"/>
          <p:cNvSpPr txBox="1">
            <a:spLocks noGrp="1"/>
          </p:cNvSpPr>
          <p:nvPr>
            <p:ph type="title"/>
          </p:nvPr>
        </p:nvSpPr>
        <p:spPr>
          <a:xfrm>
            <a:off x="367900" y="365764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4" name="Google Shape;34;p4"/>
          <p:cNvSpPr txBox="1">
            <a:spLocks noGrp="1"/>
          </p:cNvSpPr>
          <p:nvPr>
            <p:ph type="subTitle" idx="1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35" name="Google Shape;35;p4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36" name="Google Shape;36;p4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7" name="Google Shape;37;p4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9601499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Lines 02">
  <p:cSld name="Multi-use layout w/ Dotted Lines 02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39;p5"/>
          <p:cNvGrpSpPr/>
          <p:nvPr/>
        </p:nvGrpSpPr>
        <p:grpSpPr>
          <a:xfrm>
            <a:off x="1" y="5827435"/>
            <a:ext cx="9144001" cy="1030567"/>
            <a:chOff x="0" y="4370576"/>
            <a:chExt cx="9144001" cy="772925"/>
          </a:xfrm>
        </p:grpSpPr>
        <p:pic>
          <p:nvPicPr>
            <p:cNvPr id="40" name="Google Shape;40;p5"/>
            <p:cNvPicPr preferRelativeResize="0"/>
            <p:nvPr/>
          </p:nvPicPr>
          <p:blipFill rotWithShape="1">
            <a:blip r:embed="rId2">
              <a:alphaModFix amt="29000"/>
            </a:blip>
            <a:srcRect t="140" b="43663"/>
            <a:stretch/>
          </p:blipFill>
          <p:spPr>
            <a:xfrm>
              <a:off x="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1" name="Google Shape;41;p5"/>
            <p:cNvPicPr preferRelativeResize="0"/>
            <p:nvPr/>
          </p:nvPicPr>
          <p:blipFill rotWithShape="1">
            <a:blip r:embed="rId3">
              <a:alphaModFix amt="29000"/>
            </a:blip>
            <a:srcRect t="140" b="43663"/>
            <a:stretch/>
          </p:blipFill>
          <p:spPr>
            <a:xfrm>
              <a:off x="3051050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2" name="Google Shape;42;p5"/>
            <p:cNvPicPr preferRelativeResize="0"/>
            <p:nvPr/>
          </p:nvPicPr>
          <p:blipFill rotWithShape="1">
            <a:blip r:embed="rId4">
              <a:alphaModFix amt="29000"/>
            </a:blip>
            <a:srcRect t="140" b="43663"/>
            <a:stretch/>
          </p:blipFill>
          <p:spPr>
            <a:xfrm>
              <a:off x="6097525" y="4370576"/>
              <a:ext cx="3046476" cy="772925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3" name="Google Shape;43;p5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44" name="Google Shape;44;p5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5" name="Google Shape;45;p5"/>
          <p:cNvSpPr txBox="1">
            <a:spLocks noGrp="1"/>
          </p:cNvSpPr>
          <p:nvPr>
            <p:ph type="title"/>
          </p:nvPr>
        </p:nvSpPr>
        <p:spPr>
          <a:xfrm>
            <a:off x="367900" y="365764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46" name="Google Shape;46;p5"/>
          <p:cNvSpPr txBox="1">
            <a:spLocks noGrp="1"/>
          </p:cNvSpPr>
          <p:nvPr>
            <p:ph type="subTitle" idx="1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47" name="Google Shape;47;p5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48" name="Google Shape;48;p5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9" name="Google Shape;49;p5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741449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ulti-use layout w/ Dotted Arrows">
  <p:cSld name="Multi-use layout w/ Dotted Arrows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6"/>
          <p:cNvPicPr preferRelativeResize="0"/>
          <p:nvPr/>
        </p:nvPicPr>
        <p:blipFill rotWithShape="1">
          <a:blip r:embed="rId2">
            <a:alphaModFix/>
          </a:blip>
          <a:srcRect l="22839"/>
          <a:stretch/>
        </p:blipFill>
        <p:spPr>
          <a:xfrm flipH="1">
            <a:off x="7782375" y="3914234"/>
            <a:ext cx="1368150" cy="2574964"/>
          </a:xfrm>
          <a:prstGeom prst="rect">
            <a:avLst/>
          </a:prstGeom>
          <a:noFill/>
          <a:ln>
            <a:noFill/>
          </a:ln>
        </p:spPr>
      </p:pic>
      <p:sp>
        <p:nvSpPr>
          <p:cNvPr id="52" name="Google Shape;52;p6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53" name="Google Shape;53;p6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6"/>
          <p:cNvSpPr txBox="1">
            <a:spLocks noGrp="1"/>
          </p:cNvSpPr>
          <p:nvPr>
            <p:ph type="title"/>
          </p:nvPr>
        </p:nvSpPr>
        <p:spPr>
          <a:xfrm>
            <a:off x="367900" y="365764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55" name="Google Shape;55;p6"/>
          <p:cNvSpPr txBox="1">
            <a:spLocks noGrp="1"/>
          </p:cNvSpPr>
          <p:nvPr>
            <p:ph type="subTitle" idx="1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56" name="Google Shape;56;p6"/>
          <p:cNvSpPr txBox="1"/>
          <p:nvPr/>
        </p:nvSpPr>
        <p:spPr>
          <a:xfrm>
            <a:off x="2883200" y="2605201"/>
            <a:ext cx="2668800" cy="46163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57" name="Google Shape;57;p6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8" name="Google Shape;58;p6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8799152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Layout">
  <p:cSld name="One Column Layout"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7"/>
          <p:cNvSpPr txBox="1">
            <a:spLocks noGrp="1"/>
          </p:cNvSpPr>
          <p:nvPr>
            <p:ph type="body" idx="1"/>
          </p:nvPr>
        </p:nvSpPr>
        <p:spPr>
          <a:xfrm>
            <a:off x="365750" y="1828800"/>
            <a:ext cx="6261300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  <a:lvl2pPr marL="91440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1" name="Google Shape;61;p7"/>
          <p:cNvSpPr txBox="1">
            <a:spLocks noGrp="1"/>
          </p:cNvSpPr>
          <p:nvPr>
            <p:ph type="title"/>
          </p:nvPr>
        </p:nvSpPr>
        <p:spPr>
          <a:xfrm>
            <a:off x="365750" y="365764"/>
            <a:ext cx="8321100" cy="524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2" name="Google Shape;62;p7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63" name="Google Shape;63;p7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4" name="Google Shape;64;p7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5" name="Google Shape;65;p7"/>
          <p:cNvSpPr txBox="1">
            <a:spLocks noGrp="1"/>
          </p:cNvSpPr>
          <p:nvPr>
            <p:ph type="subTitle" idx="2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66" name="Google Shape;66;p7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1840009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lumn Layout">
  <p:cSld name="Two Column Layou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"/>
          <p:cNvSpPr txBox="1">
            <a:spLocks noGrp="1"/>
          </p:cNvSpPr>
          <p:nvPr>
            <p:ph type="title"/>
          </p:nvPr>
        </p:nvSpPr>
        <p:spPr>
          <a:xfrm>
            <a:off x="365750" y="365764"/>
            <a:ext cx="8348400" cy="524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9" name="Google Shape;69;p8"/>
          <p:cNvSpPr txBox="1">
            <a:spLocks noGrp="1"/>
          </p:cNvSpPr>
          <p:nvPr>
            <p:ph type="body" idx="1"/>
          </p:nvPr>
        </p:nvSpPr>
        <p:spPr>
          <a:xfrm>
            <a:off x="365750" y="1828800"/>
            <a:ext cx="4160400" cy="503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0" name="Google Shape;70;p8"/>
          <p:cNvSpPr txBox="1">
            <a:spLocks noGrp="1"/>
          </p:cNvSpPr>
          <p:nvPr>
            <p:ph type="body" idx="2"/>
          </p:nvPr>
        </p:nvSpPr>
        <p:spPr>
          <a:xfrm>
            <a:off x="4617721" y="1828800"/>
            <a:ext cx="4160400" cy="50318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1" name="Google Shape;71;p8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72" name="Google Shape;72;p8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3" name="Google Shape;73;p8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8"/>
          <p:cNvSpPr txBox="1">
            <a:spLocks noGrp="1"/>
          </p:cNvSpPr>
          <p:nvPr>
            <p:ph type="subTitle" idx="3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75" name="Google Shape;75;p8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5358511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ree Column Layout">
  <p:cSld name="Three Column Layout"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9"/>
          <p:cNvSpPr txBox="1">
            <a:spLocks noGrp="1"/>
          </p:cNvSpPr>
          <p:nvPr>
            <p:ph type="title"/>
          </p:nvPr>
        </p:nvSpPr>
        <p:spPr>
          <a:xfrm>
            <a:off x="365750" y="365760"/>
            <a:ext cx="83577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78" name="Google Shape;78;p9"/>
          <p:cNvSpPr txBox="1">
            <a:spLocks noGrp="1"/>
          </p:cNvSpPr>
          <p:nvPr>
            <p:ph type="body" idx="1"/>
          </p:nvPr>
        </p:nvSpPr>
        <p:spPr>
          <a:xfrm>
            <a:off x="365750" y="1828800"/>
            <a:ext cx="2697600" cy="680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9" name="Google Shape;79;p9"/>
          <p:cNvSpPr txBox="1">
            <a:spLocks noGrp="1"/>
          </p:cNvSpPr>
          <p:nvPr>
            <p:ph type="body" idx="2"/>
          </p:nvPr>
        </p:nvSpPr>
        <p:spPr>
          <a:xfrm>
            <a:off x="3169031" y="1828800"/>
            <a:ext cx="2697600" cy="680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0" name="Google Shape;80;p9"/>
          <p:cNvSpPr txBox="1">
            <a:spLocks noGrp="1"/>
          </p:cNvSpPr>
          <p:nvPr>
            <p:ph type="body" idx="3"/>
          </p:nvPr>
        </p:nvSpPr>
        <p:spPr>
          <a:xfrm>
            <a:off x="6127925" y="1828800"/>
            <a:ext cx="2697600" cy="68015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SzPts val="1200"/>
              <a:buChar char="•"/>
              <a:defRPr sz="1200"/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SzPts val="1200"/>
              <a:buChar char="•"/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1" name="Google Shape;81;p9"/>
          <p:cNvSpPr txBox="1">
            <a:spLocks noGrp="1"/>
          </p:cNvSpPr>
          <p:nvPr>
            <p:ph type="sldNum" idx="12"/>
          </p:nvPr>
        </p:nvSpPr>
        <p:spPr>
          <a:xfrm>
            <a:off x="8229600" y="6517011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2" name="Google Shape;82;p9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p9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4" name="Google Shape;84;p9"/>
          <p:cNvSpPr txBox="1">
            <a:spLocks noGrp="1"/>
          </p:cNvSpPr>
          <p:nvPr>
            <p:ph type="subTitle" idx="4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85" name="Google Shape;85;p9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4407175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996">
          <p15:clr>
            <a:srgbClr val="FA7B17"/>
          </p15:clr>
        </p15:guide>
        <p15:guide id="2" pos="1906">
          <p15:clr>
            <a:srgbClr val="FA7B17"/>
          </p15:clr>
        </p15:guide>
        <p15:guide id="3" pos="3758">
          <p15:clr>
            <a:srgbClr val="FA7B17"/>
          </p15:clr>
        </p15:guide>
        <p15:guide id="4" pos="3860">
          <p15:clr>
            <a:srgbClr val="FA7B17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our Column Layout">
  <p:cSld name="Four Column Layout"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0"/>
          <p:cNvSpPr/>
          <p:nvPr/>
        </p:nvSpPr>
        <p:spPr>
          <a:xfrm>
            <a:off x="457195" y="6462011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0"/>
          <p:cNvSpPr txBox="1">
            <a:spLocks noGrp="1"/>
          </p:cNvSpPr>
          <p:nvPr>
            <p:ph type="sldNum" idx="12"/>
          </p:nvPr>
        </p:nvSpPr>
        <p:spPr>
          <a:xfrm>
            <a:off x="8229600" y="6517011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89" name="Google Shape;89;p10"/>
          <p:cNvSpPr txBox="1">
            <a:spLocks noGrp="1"/>
          </p:cNvSpPr>
          <p:nvPr>
            <p:ph type="title"/>
          </p:nvPr>
        </p:nvSpPr>
        <p:spPr>
          <a:xfrm>
            <a:off x="365750" y="365760"/>
            <a:ext cx="83484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90" name="Google Shape;90;p10"/>
          <p:cNvSpPr txBox="1">
            <a:spLocks noGrp="1"/>
          </p:cNvSpPr>
          <p:nvPr>
            <p:ph type="body" idx="1"/>
          </p:nvPr>
        </p:nvSpPr>
        <p:spPr>
          <a:xfrm>
            <a:off x="365750" y="1828800"/>
            <a:ext cx="1920300" cy="9279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Google Shape;91;p10"/>
          <p:cNvSpPr txBox="1">
            <a:spLocks noGrp="1"/>
          </p:cNvSpPr>
          <p:nvPr>
            <p:ph type="body" idx="2"/>
          </p:nvPr>
        </p:nvSpPr>
        <p:spPr>
          <a:xfrm>
            <a:off x="2459408" y="1828800"/>
            <a:ext cx="1920300" cy="9279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2" name="Google Shape;92;p10"/>
          <p:cNvSpPr txBox="1">
            <a:spLocks noGrp="1"/>
          </p:cNvSpPr>
          <p:nvPr>
            <p:ph type="body" idx="3"/>
          </p:nvPr>
        </p:nvSpPr>
        <p:spPr>
          <a:xfrm>
            <a:off x="4673192" y="1828800"/>
            <a:ext cx="1920300" cy="9279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3" name="Google Shape;93;p10"/>
          <p:cNvSpPr txBox="1">
            <a:spLocks noGrp="1"/>
          </p:cNvSpPr>
          <p:nvPr>
            <p:ph type="body" idx="4"/>
          </p:nvPr>
        </p:nvSpPr>
        <p:spPr>
          <a:xfrm>
            <a:off x="6887000" y="1828800"/>
            <a:ext cx="1920300" cy="927916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Char char="•"/>
              <a:defRPr sz="1400"/>
            </a:lvl1pPr>
            <a:lvl2pPr marL="914400" lvl="1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 sz="1400"/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4" name="Google Shape;94;p10"/>
          <p:cNvSpPr/>
          <p:nvPr/>
        </p:nvSpPr>
        <p:spPr>
          <a:xfrm>
            <a:off x="660640" y="6489457"/>
            <a:ext cx="14733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5" name="Google Shape;95;p10"/>
          <p:cNvSpPr txBox="1">
            <a:spLocks noGrp="1"/>
          </p:cNvSpPr>
          <p:nvPr>
            <p:ph type="subTitle" idx="5"/>
          </p:nvPr>
        </p:nvSpPr>
        <p:spPr>
          <a:xfrm>
            <a:off x="365760" y="873713"/>
            <a:ext cx="8344800" cy="487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6" name="Google Shape;96;p10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3349826126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1422">
          <p15:clr>
            <a:srgbClr val="FA7B17"/>
          </p15:clr>
        </p15:guide>
        <p15:guide id="2" pos="4211">
          <p15:clr>
            <a:srgbClr val="FA7B17"/>
          </p15:clr>
        </p15:guide>
        <p15:guide id="3" pos="1549">
          <p15:clr>
            <a:srgbClr val="FA7B17"/>
          </p15:clr>
        </p15:guide>
        <p15:guide id="4" pos="2816">
          <p15:clr>
            <a:srgbClr val="FA7B17"/>
          </p15:clr>
        </p15:guide>
        <p15:guide id="5" pos="2944">
          <p15:clr>
            <a:srgbClr val="FA7B17"/>
          </p15:clr>
        </p15:guide>
        <p15:guide id="6" pos="4338">
          <p15:clr>
            <a:srgbClr val="FA7B17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Agenda">
  <p:cSld name="Agenda"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1"/>
          <p:cNvSpPr/>
          <p:nvPr/>
        </p:nvSpPr>
        <p:spPr>
          <a:xfrm>
            <a:off x="2291700" y="0"/>
            <a:ext cx="68523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99" name="Google Shape;99;p11"/>
          <p:cNvSpPr txBox="1">
            <a:spLocks noGrp="1"/>
          </p:cNvSpPr>
          <p:nvPr>
            <p:ph type="body" idx="1"/>
          </p:nvPr>
        </p:nvSpPr>
        <p:spPr>
          <a:xfrm>
            <a:off x="365750" y="365760"/>
            <a:ext cx="19260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 i="0" cap="none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b="1"/>
            </a:lvl2pPr>
            <a:lvl3pPr marL="1371600" lvl="2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 b="1"/>
            </a:lvl3pPr>
            <a:lvl4pPr marL="1828800" lvl="3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4pPr>
            <a:lvl5pPr marL="2286000" lvl="4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5pPr>
            <a:lvl6pPr marL="2743200" lvl="5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6pPr>
            <a:lvl7pPr marL="3200400" lvl="6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7pPr>
            <a:lvl8pPr marL="3657600" lvl="7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 b="1"/>
            </a:lvl8pPr>
            <a:lvl9pPr marL="4114800" lvl="8" indent="-3175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400"/>
              <a:buChar char="•"/>
              <a:defRPr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Google Shape;100;p11"/>
          <p:cNvSpPr txBox="1">
            <a:spLocks noGrp="1"/>
          </p:cNvSpPr>
          <p:nvPr>
            <p:ph type="sldNum" idx="12"/>
          </p:nvPr>
        </p:nvSpPr>
        <p:spPr>
          <a:xfrm>
            <a:off x="8229600" y="6517011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EFEFEF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01" name="Google Shape;101;p11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2" name="Google Shape;102;p11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3" name="Google Shape;103;p11"/>
          <p:cNvSpPr txBox="1">
            <a:spLocks noGrp="1"/>
          </p:cNvSpPr>
          <p:nvPr>
            <p:ph type="body" idx="2"/>
          </p:nvPr>
        </p:nvSpPr>
        <p:spPr>
          <a:xfrm>
            <a:off x="2961200" y="1219200"/>
            <a:ext cx="5725500" cy="5029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•"/>
              <a:defRPr>
                <a:solidFill>
                  <a:srgbClr val="FFFFFF"/>
                </a:solidFill>
              </a:defRPr>
            </a:lvl2pPr>
            <a:lvl3pPr marL="1371600" lvl="2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3pPr>
            <a:lvl4pPr marL="1828800" lvl="3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4pPr>
            <a:lvl5pPr marL="2286000" lvl="4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5pPr>
            <a:lvl6pPr marL="2743200" lvl="5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6pPr>
            <a:lvl7pPr marL="3200400" lvl="6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7pPr>
            <a:lvl8pPr marL="3657600" lvl="7" indent="-317500" rtl="0">
              <a:spcBef>
                <a:spcPts val="1000"/>
              </a:spcBef>
              <a:spcAft>
                <a:spcPts val="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8pPr>
            <a:lvl9pPr marL="4114800" lvl="8" indent="-317500" rtl="0"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>
                <a:solidFill>
                  <a:srgbClr val="FFFFFF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4" name="Google Shape;104;p11"/>
          <p:cNvSpPr/>
          <p:nvPr/>
        </p:nvSpPr>
        <p:spPr>
          <a:xfrm>
            <a:off x="6369225" y="304800"/>
            <a:ext cx="1322446" cy="1886216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1"/>
          <p:cNvSpPr/>
          <p:nvPr/>
        </p:nvSpPr>
        <p:spPr>
          <a:xfrm>
            <a:off x="2295101" y="3689433"/>
            <a:ext cx="2772174" cy="3162776"/>
          </a:xfrm>
          <a:custGeom>
            <a:avLst/>
            <a:gdLst/>
            <a:ahLst/>
            <a:cxnLst/>
            <a:rect l="l" t="t" r="r" b="b"/>
            <a:pathLst>
              <a:path w="4248542" h="3635375" extrusionOk="0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1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pic>
        <p:nvPicPr>
          <p:cNvPr id="107" name="Google Shape;107;p11"/>
          <p:cNvPicPr preferRelativeResize="0"/>
          <p:nvPr/>
        </p:nvPicPr>
        <p:blipFill rotWithShape="1">
          <a:blip r:embed="rId2">
            <a:alphaModFix/>
          </a:blip>
          <a:srcRect l="16763"/>
          <a:stretch/>
        </p:blipFill>
        <p:spPr>
          <a:xfrm rot="10800000">
            <a:off x="7338077" y="853333"/>
            <a:ext cx="1805925" cy="3159867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9867555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ark Blue Left Bar">
  <p:cSld name="Dark Blue Left Bar">
    <p:spTree>
      <p:nvGrpSpPr>
        <p:cNvPr id="1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2"/>
          <p:cNvSpPr/>
          <p:nvPr/>
        </p:nvSpPr>
        <p:spPr>
          <a:xfrm flipH="1">
            <a:off x="-775" y="0"/>
            <a:ext cx="27432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10" name="Google Shape;110;p12"/>
          <p:cNvSpPr txBox="1">
            <a:spLocks noGrp="1"/>
          </p:cNvSpPr>
          <p:nvPr>
            <p:ph type="body" idx="1"/>
          </p:nvPr>
        </p:nvSpPr>
        <p:spPr>
          <a:xfrm>
            <a:off x="365750" y="365760"/>
            <a:ext cx="2376600" cy="91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None/>
              <a:defRPr sz="2600" b="1" i="0" cap="none">
                <a:solidFill>
                  <a:srgbClr val="FFFFFF"/>
                </a:solidFill>
              </a:defRPr>
            </a:lvl1pPr>
            <a:lvl2pPr marL="914400" lvl="1" indent="-342900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b="1">
                <a:solidFill>
                  <a:srgbClr val="FFFFFF"/>
                </a:solidFill>
              </a:defRPr>
            </a:lvl2pPr>
            <a:lvl3pPr marL="1371600" lvl="2" indent="-3429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Char char="•"/>
              <a:defRPr sz="1800" b="1">
                <a:solidFill>
                  <a:srgbClr val="FFFFFF"/>
                </a:solidFill>
              </a:defRPr>
            </a:lvl3pPr>
            <a:lvl4pPr marL="1828800" lvl="3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4pPr>
            <a:lvl5pPr marL="2286000" lvl="4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5pPr>
            <a:lvl6pPr marL="2743200" lvl="5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6pPr>
            <a:lvl7pPr marL="3200400" lvl="6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7pPr>
            <a:lvl8pPr marL="3657600" lvl="7" indent="-317500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8pPr>
            <a:lvl9pPr marL="4114800" lvl="8" indent="-317500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Char char="•"/>
              <a:defRPr b="1">
                <a:solidFill>
                  <a:srgbClr val="FFFFFF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1" name="Google Shape;111;p12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2" name="Google Shape;112;p12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p12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FFFFFF"/>
                </a:solidFill>
              </a:rPr>
              <a:t>2025</a:t>
            </a:r>
            <a:r>
              <a:rPr lang="en" sz="600" b="0" i="0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4" name="Google Shape;114;p12"/>
          <p:cNvSpPr txBox="1">
            <a:spLocks noGrp="1"/>
          </p:cNvSpPr>
          <p:nvPr>
            <p:ph type="body" idx="2"/>
          </p:nvPr>
        </p:nvSpPr>
        <p:spPr>
          <a:xfrm>
            <a:off x="365750" y="1722200"/>
            <a:ext cx="2210400" cy="341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1pPr>
            <a:lvl2pPr marL="914400" lvl="1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2pPr>
            <a:lvl3pPr marL="1371600" lvl="2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3pPr>
            <a:lvl4pPr marL="1828800" lvl="3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4pPr>
            <a:lvl5pPr marL="2286000" lvl="4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5pPr>
            <a:lvl6pPr marL="2743200" lvl="5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6pPr>
            <a:lvl7pPr marL="3200400" lvl="6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7pPr>
            <a:lvl8pPr marL="3657600" lvl="7" indent="-304800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8pPr>
            <a:lvl9pPr marL="4114800" lvl="8" indent="-304800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200"/>
              <a:buChar char="•"/>
              <a:defRPr sz="1200">
                <a:solidFill>
                  <a:srgbClr val="FFFFFF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5" name="Google Shape;115;p12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55432931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plit Layout">
  <p:cSld name="Split Layout"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13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8" name="Google Shape;118;p13"/>
          <p:cNvSpPr/>
          <p:nvPr/>
        </p:nvSpPr>
        <p:spPr>
          <a:xfrm>
            <a:off x="6024564" y="342900"/>
            <a:ext cx="1488103" cy="2122488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3"/>
          <p:cNvSpPr/>
          <p:nvPr/>
        </p:nvSpPr>
        <p:spPr>
          <a:xfrm>
            <a:off x="4574381" y="3222627"/>
            <a:ext cx="3186406" cy="3635375"/>
          </a:xfrm>
          <a:custGeom>
            <a:avLst/>
            <a:gdLst/>
            <a:ahLst/>
            <a:cxnLst/>
            <a:rect l="l" t="t" r="r" b="b"/>
            <a:pathLst>
              <a:path w="4248542" h="3635375" extrusionOk="0">
                <a:moveTo>
                  <a:pt x="0" y="0"/>
                </a:moveTo>
                <a:cubicBezTo>
                  <a:pt x="0" y="0"/>
                  <a:pt x="0" y="0"/>
                  <a:pt x="3688930" y="2134683"/>
                </a:cubicBezTo>
                <a:cubicBezTo>
                  <a:pt x="3955829" y="2287388"/>
                  <a:pt x="4133762" y="2532351"/>
                  <a:pt x="4210019" y="2805947"/>
                </a:cubicBezTo>
                <a:cubicBezTo>
                  <a:pt x="4232261" y="2891843"/>
                  <a:pt x="4244971" y="2980921"/>
                  <a:pt x="4248147" y="3069999"/>
                </a:cubicBezTo>
                <a:cubicBezTo>
                  <a:pt x="4251325" y="3190890"/>
                  <a:pt x="4235438" y="3314962"/>
                  <a:pt x="4197309" y="3432672"/>
                </a:cubicBezTo>
                <a:cubicBezTo>
                  <a:pt x="4177450" y="3497890"/>
                  <a:pt x="4151634" y="3561318"/>
                  <a:pt x="4120109" y="3622062"/>
                </a:cubicBezTo>
                <a:lnTo>
                  <a:pt x="4112399" y="3635375"/>
                </a:lnTo>
                <a:lnTo>
                  <a:pt x="0" y="3635375"/>
                </a:lnTo>
                <a:lnTo>
                  <a:pt x="0" y="3623553"/>
                </a:lnTo>
                <a:cubicBezTo>
                  <a:pt x="0" y="3623553"/>
                  <a:pt x="0" y="3623553"/>
                  <a:pt x="896019" y="3104994"/>
                </a:cubicBezTo>
                <a:cubicBezTo>
                  <a:pt x="896019" y="3104994"/>
                  <a:pt x="896019" y="3104994"/>
                  <a:pt x="0" y="2586434"/>
                </a:cubicBezTo>
                <a:cubicBezTo>
                  <a:pt x="0" y="2586434"/>
                  <a:pt x="0" y="2586434"/>
                  <a:pt x="0" y="0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3"/>
          <p:cNvSpPr/>
          <p:nvPr/>
        </p:nvSpPr>
        <p:spPr>
          <a:xfrm>
            <a:off x="7184152" y="845800"/>
            <a:ext cx="1959849" cy="3741797"/>
          </a:xfrm>
          <a:custGeom>
            <a:avLst/>
            <a:gdLst/>
            <a:ahLst/>
            <a:cxnLst/>
            <a:rect l="l" t="t" r="r" b="b"/>
            <a:pathLst>
              <a:path w="2613132" h="3741797" extrusionOk="0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3"/>
          <p:cNvSpPr/>
          <p:nvPr/>
        </p:nvSpPr>
        <p:spPr>
          <a:xfrm>
            <a:off x="6491288" y="3671381"/>
            <a:ext cx="1576390" cy="2248408"/>
          </a:xfrm>
          <a:custGeom>
            <a:avLst/>
            <a:gdLst/>
            <a:ahLst/>
            <a:cxnLst/>
            <a:rect l="l" t="t" r="r" b="b"/>
            <a:pathLst>
              <a:path w="1950" h="2085" extrusionOk="0">
                <a:moveTo>
                  <a:pt x="402" y="0"/>
                </a:moveTo>
                <a:cubicBezTo>
                  <a:pt x="281" y="0"/>
                  <a:pt x="162" y="64"/>
                  <a:pt x="97" y="177"/>
                </a:cubicBezTo>
                <a:cubicBezTo>
                  <a:pt x="0" y="345"/>
                  <a:pt x="57" y="560"/>
                  <a:pt x="226" y="657"/>
                </a:cubicBezTo>
                <a:cubicBezTo>
                  <a:pt x="894" y="1043"/>
                  <a:pt x="894" y="1043"/>
                  <a:pt x="894" y="1043"/>
                </a:cubicBezTo>
                <a:cubicBezTo>
                  <a:pt x="226" y="1428"/>
                  <a:pt x="226" y="1428"/>
                  <a:pt x="226" y="1428"/>
                </a:cubicBezTo>
                <a:cubicBezTo>
                  <a:pt x="57" y="1526"/>
                  <a:pt x="0" y="1740"/>
                  <a:pt x="97" y="1909"/>
                </a:cubicBezTo>
                <a:cubicBezTo>
                  <a:pt x="162" y="2022"/>
                  <a:pt x="280" y="2085"/>
                  <a:pt x="402" y="2085"/>
                </a:cubicBezTo>
                <a:cubicBezTo>
                  <a:pt x="462" y="2085"/>
                  <a:pt x="522" y="2070"/>
                  <a:pt x="578" y="2038"/>
                </a:cubicBezTo>
                <a:cubicBezTo>
                  <a:pt x="1773" y="1347"/>
                  <a:pt x="1773" y="1347"/>
                  <a:pt x="1773" y="1347"/>
                </a:cubicBezTo>
                <a:cubicBezTo>
                  <a:pt x="1853" y="1301"/>
                  <a:pt x="1908" y="1228"/>
                  <a:pt x="1933" y="1146"/>
                </a:cubicBezTo>
                <a:cubicBezTo>
                  <a:pt x="1945" y="1109"/>
                  <a:pt x="1950" y="1070"/>
                  <a:pt x="1949" y="1032"/>
                </a:cubicBezTo>
                <a:cubicBezTo>
                  <a:pt x="1948" y="1004"/>
                  <a:pt x="1944" y="976"/>
                  <a:pt x="1937" y="949"/>
                </a:cubicBezTo>
                <a:cubicBezTo>
                  <a:pt x="1913" y="863"/>
                  <a:pt x="1857" y="786"/>
                  <a:pt x="1773" y="738"/>
                </a:cubicBezTo>
                <a:cubicBezTo>
                  <a:pt x="578" y="48"/>
                  <a:pt x="578" y="48"/>
                  <a:pt x="578" y="48"/>
                </a:cubicBezTo>
                <a:cubicBezTo>
                  <a:pt x="522" y="16"/>
                  <a:pt x="462" y="0"/>
                  <a:pt x="402" y="0"/>
                </a:cubicBezTo>
              </a:path>
            </a:pathLst>
          </a:custGeom>
          <a:solidFill>
            <a:srgbClr val="27B1E3">
              <a:alpha val="45880"/>
            </a:srgbClr>
          </a:solidFill>
          <a:ln>
            <a:noFill/>
          </a:ln>
        </p:spPr>
        <p:txBody>
          <a:bodyPr spcFirstLastPara="1" wrap="square" lIns="68575" tIns="34275" rIns="68575" bIns="34275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2" name="Google Shape;122;p13"/>
          <p:cNvSpPr/>
          <p:nvPr/>
        </p:nvSpPr>
        <p:spPr>
          <a:xfrm>
            <a:off x="4572000" y="0"/>
            <a:ext cx="4572000" cy="68580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3" name="Google Shape;123;p13"/>
          <p:cNvSpPr txBox="1">
            <a:spLocks noGrp="1"/>
          </p:cNvSpPr>
          <p:nvPr>
            <p:ph type="body" idx="1"/>
          </p:nvPr>
        </p:nvSpPr>
        <p:spPr>
          <a:xfrm>
            <a:off x="365750" y="845800"/>
            <a:ext cx="3827400" cy="4431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lvl="0" indent="-228600" algn="l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>
                <a:solidFill>
                  <a:srgbClr val="5B5B5B"/>
                </a:solidFill>
              </a:defRPr>
            </a:lvl1pPr>
            <a:lvl2pPr marL="914400" lvl="1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2pPr>
            <a:lvl3pPr marL="1371600" lvl="2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3pPr>
            <a:lvl4pPr marL="1828800" lvl="3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4pPr>
            <a:lvl5pPr marL="2286000" lvl="4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5pPr>
            <a:lvl6pPr marL="2743200" lvl="5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6pPr>
            <a:lvl7pPr marL="3200400" lvl="6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7pPr>
            <a:lvl8pPr marL="3657600" lvl="7" indent="-342900" algn="l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8pPr>
            <a:lvl9pPr marL="4114800" lvl="8" indent="-342900" algn="l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800"/>
              <a:buChar char="•"/>
              <a:defRPr>
                <a:solidFill>
                  <a:srgbClr val="5B5B5B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4" name="Google Shape;124;p13"/>
          <p:cNvSpPr txBox="1">
            <a:spLocks noGrp="1"/>
          </p:cNvSpPr>
          <p:nvPr>
            <p:ph type="title"/>
          </p:nvPr>
        </p:nvSpPr>
        <p:spPr>
          <a:xfrm>
            <a:off x="365755" y="365760"/>
            <a:ext cx="3978900" cy="864822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None/>
              <a:defRPr/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25" name="Google Shape;125;p13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6" name="Google Shape;126;p13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p13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8" name="Google Shape;128;p13"/>
          <p:cNvPicPr preferRelativeResize="0"/>
          <p:nvPr/>
        </p:nvPicPr>
        <p:blipFill rotWithShape="1">
          <a:blip r:embed="rId2">
            <a:alphaModFix/>
          </a:blip>
          <a:srcRect l="13584" b="9584"/>
          <a:stretch/>
        </p:blipFill>
        <p:spPr>
          <a:xfrm>
            <a:off x="4572000" y="4285667"/>
            <a:ext cx="1693648" cy="2572336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3"/>
          <p:cNvSpPr/>
          <p:nvPr/>
        </p:nvSpPr>
        <p:spPr>
          <a:xfrm>
            <a:off x="8067677" y="304802"/>
            <a:ext cx="1077917" cy="2057988"/>
          </a:xfrm>
          <a:custGeom>
            <a:avLst/>
            <a:gdLst/>
            <a:ahLst/>
            <a:cxnLst/>
            <a:rect l="l" t="t" r="r" b="b"/>
            <a:pathLst>
              <a:path w="2613132" h="3741797" extrusionOk="0">
                <a:moveTo>
                  <a:pt x="2613132" y="0"/>
                </a:moveTo>
                <a:lnTo>
                  <a:pt x="2613132" y="1482383"/>
                </a:lnTo>
                <a:lnTo>
                  <a:pt x="2480582" y="1558999"/>
                </a:lnTo>
                <a:cubicBezTo>
                  <a:pt x="1938975" y="1872053"/>
                  <a:pt x="1938975" y="1872053"/>
                  <a:pt x="1938975" y="1872053"/>
                </a:cubicBezTo>
                <a:cubicBezTo>
                  <a:pt x="2168749" y="2004548"/>
                  <a:pt x="2355441" y="2112200"/>
                  <a:pt x="2507127" y="2199667"/>
                </a:cubicBezTo>
                <a:lnTo>
                  <a:pt x="2613132" y="2260793"/>
                </a:lnTo>
                <a:lnTo>
                  <a:pt x="2613132" y="3741797"/>
                </a:lnTo>
                <a:lnTo>
                  <a:pt x="2518746" y="3699509"/>
                </a:lnTo>
                <a:cubicBezTo>
                  <a:pt x="324746" y="2431617"/>
                  <a:pt x="324746" y="2431617"/>
                  <a:pt x="324746" y="2431617"/>
                </a:cubicBezTo>
                <a:cubicBezTo>
                  <a:pt x="176001" y="2345400"/>
                  <a:pt x="76273" y="2211848"/>
                  <a:pt x="28945" y="2061392"/>
                </a:cubicBezTo>
                <a:cubicBezTo>
                  <a:pt x="6971" y="1993771"/>
                  <a:pt x="-1480" y="1922769"/>
                  <a:pt x="210" y="1851767"/>
                </a:cubicBezTo>
                <a:cubicBezTo>
                  <a:pt x="1901" y="1801051"/>
                  <a:pt x="8662" y="1750335"/>
                  <a:pt x="23874" y="1699620"/>
                </a:cubicBezTo>
                <a:cubicBezTo>
                  <a:pt x="66132" y="1540710"/>
                  <a:pt x="169240" y="1400397"/>
                  <a:pt x="324746" y="1310799"/>
                </a:cubicBezTo>
                <a:cubicBezTo>
                  <a:pt x="2518746" y="44597"/>
                  <a:pt x="2518746" y="44597"/>
                  <a:pt x="2518746" y="44597"/>
                </a:cubicBezTo>
                <a:cubicBezTo>
                  <a:pt x="2547745" y="27797"/>
                  <a:pt x="2577487" y="13509"/>
                  <a:pt x="2607725" y="1663"/>
                </a:cubicBezTo>
                <a:close/>
              </a:path>
            </a:pathLst>
          </a:custGeom>
          <a:solidFill>
            <a:srgbClr val="27B1E3">
              <a:alpha val="1173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0" name="Google Shape;130;p13"/>
          <p:cNvSpPr txBox="1">
            <a:spLocks noGrp="1"/>
          </p:cNvSpPr>
          <p:nvPr>
            <p:ph type="body" idx="2"/>
          </p:nvPr>
        </p:nvSpPr>
        <p:spPr>
          <a:xfrm>
            <a:off x="4937760" y="1706867"/>
            <a:ext cx="3566400" cy="8217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  <a:defRPr sz="1800" i="0" u="none" strike="noStrike" cap="none">
                <a:solidFill>
                  <a:schemeClr val="lt1"/>
                </a:solidFill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 sz="1800" i="0" u="none" strike="noStrike" cap="none">
                <a:solidFill>
                  <a:schemeClr val="lt1"/>
                </a:solidFill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SzPts val="1400"/>
              <a:buChar char="•"/>
              <a:defRPr i="0" u="none" strike="noStrike" cap="none"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1" name="Google Shape;131;p13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20034748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 (footer only)">
  <p:cSld name="Blank (footer only)"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14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34" name="Google Shape;134;p14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4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466559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1">
  <p:cSld name="Cover 01">
    <p:bg>
      <p:bgPr>
        <a:solidFill>
          <a:schemeClr val="accent1"/>
        </a:solidFill>
        <a:effectLst/>
      </p:bgPr>
    </p:bg>
    <p:spTree>
      <p:nvGrpSpPr>
        <p:cNvPr id="1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" name="Google Shape;137;p15"/>
          <p:cNvGrpSpPr/>
          <p:nvPr/>
        </p:nvGrpSpPr>
        <p:grpSpPr>
          <a:xfrm>
            <a:off x="-10" y="5027252"/>
            <a:ext cx="9143997" cy="1828752"/>
            <a:chOff x="-10" y="3735321"/>
            <a:chExt cx="9139427" cy="1408177"/>
          </a:xfrm>
        </p:grpSpPr>
        <p:pic>
          <p:nvPicPr>
            <p:cNvPr id="138" name="Google Shape;138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39" name="Google Shape;139;p15"/>
            <p:cNvPicPr preferRelativeResize="0"/>
            <p:nvPr/>
          </p:nvPicPr>
          <p:blipFill rotWithShape="1">
            <a:blip r:embed="rId3">
              <a:alphaModFix/>
            </a:blip>
            <a:srcRect t="139" b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0" name="Google Shape;140;p15"/>
            <p:cNvPicPr preferRelativeResize="0"/>
            <p:nvPr/>
          </p:nvPicPr>
          <p:blipFill rotWithShape="1">
            <a:blip r:embed="rId4">
              <a:alphaModFix/>
            </a:blip>
            <a:srcRect t="139" b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41" name="Google Shape;141;p15"/>
          <p:cNvGrpSpPr/>
          <p:nvPr/>
        </p:nvGrpSpPr>
        <p:grpSpPr>
          <a:xfrm>
            <a:off x="-10" y="5027252"/>
            <a:ext cx="9143997" cy="1828752"/>
            <a:chOff x="-10" y="3735321"/>
            <a:chExt cx="9139427" cy="1408177"/>
          </a:xfrm>
        </p:grpSpPr>
        <p:pic>
          <p:nvPicPr>
            <p:cNvPr id="142" name="Google Shape;142;p15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3" name="Google Shape;143;p15"/>
            <p:cNvPicPr preferRelativeResize="0"/>
            <p:nvPr/>
          </p:nvPicPr>
          <p:blipFill rotWithShape="1">
            <a:blip r:embed="rId3">
              <a:alphaModFix/>
            </a:blip>
            <a:srcRect t="139" b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44" name="Google Shape;144;p15"/>
            <p:cNvPicPr preferRelativeResize="0"/>
            <p:nvPr/>
          </p:nvPicPr>
          <p:blipFill rotWithShape="1">
            <a:blip r:embed="rId4">
              <a:alphaModFix/>
            </a:blip>
            <a:srcRect t="139" b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45" name="Google Shape;145;p15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6" name="Google Shape;146;p15"/>
          <p:cNvSpPr txBox="1">
            <a:spLocks noGrp="1"/>
          </p:cNvSpPr>
          <p:nvPr>
            <p:ph type="title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7" name="Google Shape;147;p15"/>
          <p:cNvSpPr txBox="1">
            <a:spLocks noGrp="1"/>
          </p:cNvSpPr>
          <p:nvPr>
            <p:ph type="title" idx="2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48" name="Google Shape;148;p15"/>
          <p:cNvSpPr/>
          <p:nvPr/>
        </p:nvSpPr>
        <p:spPr>
          <a:xfrm>
            <a:off x="457200" y="731520"/>
            <a:ext cx="1828808" cy="557349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p15"/>
          <p:cNvSpPr txBox="1">
            <a:spLocks noGrp="1"/>
          </p:cNvSpPr>
          <p:nvPr>
            <p:ph type="title" idx="3"/>
          </p:nvPr>
        </p:nvSpPr>
        <p:spPr>
          <a:xfrm>
            <a:off x="366600" y="1584967"/>
            <a:ext cx="7410900" cy="2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8852462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2">
  <p:cSld name="Cover 02">
    <p:bg>
      <p:bgPr>
        <a:solidFill>
          <a:schemeClr val="accent1"/>
        </a:solid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1" name="Google Shape;151;p16"/>
          <p:cNvGrpSpPr/>
          <p:nvPr/>
        </p:nvGrpSpPr>
        <p:grpSpPr>
          <a:xfrm>
            <a:off x="-2" y="3886468"/>
            <a:ext cx="9143627" cy="2971233"/>
            <a:chOff x="-834856" y="2711517"/>
            <a:chExt cx="9978858" cy="2431981"/>
          </a:xfrm>
        </p:grpSpPr>
        <p:pic>
          <p:nvPicPr>
            <p:cNvPr id="152" name="Google Shape;152;p16"/>
            <p:cNvPicPr preferRelativeResize="0"/>
            <p:nvPr/>
          </p:nvPicPr>
          <p:blipFill rotWithShape="1">
            <a:blip r:embed="rId2">
              <a:alphaModFix amt="85000"/>
            </a:blip>
            <a:srcRect l="45992" t="24707" b="30782"/>
            <a:stretch/>
          </p:blipFill>
          <p:spPr>
            <a:xfrm>
              <a:off x="-834856" y="2711517"/>
              <a:ext cx="3540541" cy="2431980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53" name="Google Shape;153;p16"/>
            <p:cNvPicPr preferRelativeResize="0"/>
            <p:nvPr/>
          </p:nvPicPr>
          <p:blipFill rotWithShape="1">
            <a:blip r:embed="rId3">
              <a:alphaModFix amt="85000"/>
            </a:blip>
            <a:srcRect t="25271" r="1931" b="30786"/>
            <a:stretch/>
          </p:blipFill>
          <p:spPr>
            <a:xfrm>
              <a:off x="2715550" y="2742300"/>
              <a:ext cx="6428452" cy="2401198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54" name="Google Shape;154;p16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p16"/>
          <p:cNvSpPr txBox="1">
            <a:spLocks noGrp="1"/>
          </p:cNvSpPr>
          <p:nvPr>
            <p:ph type="title"/>
          </p:nvPr>
        </p:nvSpPr>
        <p:spPr>
          <a:xfrm>
            <a:off x="366600" y="1584967"/>
            <a:ext cx="7403400" cy="2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4400"/>
              <a:buFont typeface="Arial Black"/>
              <a:buNone/>
              <a:defRPr sz="44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6" name="Google Shape;156;p16"/>
          <p:cNvSpPr txBox="1">
            <a:spLocks noGrp="1"/>
          </p:cNvSpPr>
          <p:nvPr>
            <p:ph type="title" idx="2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7" name="Google Shape;157;p16"/>
          <p:cNvSpPr txBox="1">
            <a:spLocks noGrp="1"/>
          </p:cNvSpPr>
          <p:nvPr>
            <p:ph type="title" idx="3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58" name="Google Shape;158;p16"/>
          <p:cNvSpPr/>
          <p:nvPr/>
        </p:nvSpPr>
        <p:spPr>
          <a:xfrm>
            <a:off x="457200" y="731520"/>
            <a:ext cx="1828808" cy="557349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191305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3">
  <p:cSld name="Cover 03">
    <p:bg>
      <p:bgPr>
        <a:solidFill>
          <a:schemeClr val="accent1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0" name="Google Shape;160;p17"/>
          <p:cNvGrpSpPr/>
          <p:nvPr/>
        </p:nvGrpSpPr>
        <p:grpSpPr>
          <a:xfrm rot="-5400000">
            <a:off x="4362747" y="2053053"/>
            <a:ext cx="6885635" cy="2747927"/>
            <a:chOff x="1155183" y="3814094"/>
            <a:chExt cx="3118306" cy="1659276"/>
          </a:xfrm>
        </p:grpSpPr>
        <p:pic>
          <p:nvPicPr>
            <p:cNvPr id="161" name="Google Shape;161;p17"/>
            <p:cNvPicPr preferRelativeResize="0"/>
            <p:nvPr/>
          </p:nvPicPr>
          <p:blipFill rotWithShape="1">
            <a:blip r:embed="rId2">
              <a:alphaModFix/>
            </a:blip>
            <a:srcRect l="37919" t="24705" b="10228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62" name="Google Shape;162;p17"/>
            <p:cNvPicPr preferRelativeResize="0"/>
            <p:nvPr/>
          </p:nvPicPr>
          <p:blipFill rotWithShape="1">
            <a:blip r:embed="rId3">
              <a:alphaModFix/>
            </a:blip>
            <a:srcRect t="25270" r="59873" b="995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63" name="Google Shape;163;p17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17"/>
          <p:cNvSpPr txBox="1">
            <a:spLocks noGrp="1"/>
          </p:cNvSpPr>
          <p:nvPr>
            <p:ph type="title"/>
          </p:nvPr>
        </p:nvSpPr>
        <p:spPr>
          <a:xfrm>
            <a:off x="366600" y="1584967"/>
            <a:ext cx="7408800" cy="2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5" name="Google Shape;165;p17"/>
          <p:cNvSpPr txBox="1">
            <a:spLocks noGrp="1"/>
          </p:cNvSpPr>
          <p:nvPr>
            <p:ph type="title" idx="2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6" name="Google Shape;166;p17"/>
          <p:cNvSpPr txBox="1">
            <a:spLocks noGrp="1"/>
          </p:cNvSpPr>
          <p:nvPr>
            <p:ph type="title" idx="3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67" name="Google Shape;167;p17"/>
          <p:cNvSpPr/>
          <p:nvPr/>
        </p:nvSpPr>
        <p:spPr>
          <a:xfrm>
            <a:off x="457200" y="731520"/>
            <a:ext cx="1828808" cy="557349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84801448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04">
  <p:cSld name="Cover 04">
    <p:bg>
      <p:bgPr>
        <a:solidFill>
          <a:schemeClr val="accent1"/>
        </a:solidFill>
        <a:effectLst/>
      </p:bgPr>
    </p:bg>
    <p:spTree>
      <p:nvGrpSpPr>
        <p:cNvPr id="1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0" name="Google Shape;170;p18"/>
          <p:cNvSpPr txBox="1">
            <a:spLocks noGrp="1"/>
          </p:cNvSpPr>
          <p:nvPr>
            <p:ph type="title"/>
          </p:nvPr>
        </p:nvSpPr>
        <p:spPr>
          <a:xfrm>
            <a:off x="366600" y="1584967"/>
            <a:ext cx="7408800" cy="2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 Black"/>
              <a:buNone/>
              <a:defRPr sz="1800" b="0">
                <a:latin typeface="Arial Black"/>
                <a:ea typeface="Arial Black"/>
                <a:cs typeface="Arial Black"/>
                <a:sym typeface="Arial Black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1" name="Google Shape;171;p18"/>
          <p:cNvSpPr txBox="1">
            <a:spLocks noGrp="1"/>
          </p:cNvSpPr>
          <p:nvPr>
            <p:ph type="title" idx="2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2" name="Google Shape;172;p18"/>
          <p:cNvSpPr txBox="1">
            <a:spLocks noGrp="1"/>
          </p:cNvSpPr>
          <p:nvPr>
            <p:ph type="title" idx="3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73" name="Google Shape;173;p18"/>
          <p:cNvSpPr/>
          <p:nvPr/>
        </p:nvSpPr>
        <p:spPr>
          <a:xfrm>
            <a:off x="457200" y="731520"/>
            <a:ext cx="1828808" cy="557349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7612868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ver w/ Customer Logo">
  <p:cSld name="Cover w/ Customer Logo">
    <p:bg>
      <p:bgPr>
        <a:solidFill>
          <a:schemeClr val="accent1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" name="Google Shape;175;p19"/>
          <p:cNvGrpSpPr/>
          <p:nvPr/>
        </p:nvGrpSpPr>
        <p:grpSpPr>
          <a:xfrm rot="-5400000">
            <a:off x="2254379" y="2856451"/>
            <a:ext cx="6876195" cy="1163295"/>
            <a:chOff x="49487" y="3735321"/>
            <a:chExt cx="6094477" cy="1408177"/>
          </a:xfrm>
        </p:grpSpPr>
        <p:pic>
          <p:nvPicPr>
            <p:cNvPr id="176" name="Google Shape;176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77" name="Google Shape;177;p19"/>
            <p:cNvPicPr preferRelativeResize="0"/>
            <p:nvPr/>
          </p:nvPicPr>
          <p:blipFill rotWithShape="1">
            <a:blip r:embed="rId3">
              <a:alphaModFix/>
            </a:blip>
            <a:srcRect t="139" b="139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78" name="Google Shape;178;p19"/>
          <p:cNvGrpSpPr/>
          <p:nvPr/>
        </p:nvGrpSpPr>
        <p:grpSpPr>
          <a:xfrm rot="-5400000">
            <a:off x="2254379" y="2856451"/>
            <a:ext cx="6876195" cy="1163295"/>
            <a:chOff x="49487" y="3735321"/>
            <a:chExt cx="6094477" cy="1408177"/>
          </a:xfrm>
        </p:grpSpPr>
        <p:pic>
          <p:nvPicPr>
            <p:cNvPr id="179" name="Google Shape;179;p1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49487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180" name="Google Shape;180;p19"/>
            <p:cNvPicPr preferRelativeResize="0"/>
            <p:nvPr/>
          </p:nvPicPr>
          <p:blipFill rotWithShape="1">
            <a:blip r:embed="rId3">
              <a:alphaModFix/>
            </a:blip>
            <a:srcRect t="139" b="139"/>
            <a:stretch/>
          </p:blipFill>
          <p:spPr>
            <a:xfrm>
              <a:off x="3099012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181" name="Google Shape;181;p19"/>
          <p:cNvSpPr txBox="1">
            <a:spLocks noGrp="1"/>
          </p:cNvSpPr>
          <p:nvPr>
            <p:ph type="sldNum" idx="12"/>
          </p:nvPr>
        </p:nvSpPr>
        <p:spPr>
          <a:xfrm>
            <a:off x="8229600" y="6517011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82" name="Google Shape;182;p19"/>
          <p:cNvSpPr/>
          <p:nvPr/>
        </p:nvSpPr>
        <p:spPr>
          <a:xfrm>
            <a:off x="456932" y="6531900"/>
            <a:ext cx="16359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dk1"/>
                </a:solidFill>
              </a:rPr>
              <a:t>2025</a:t>
            </a:r>
            <a:r>
              <a:rPr lang="en" sz="600" b="0" i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3" name="Google Shape;183;p19"/>
          <p:cNvSpPr txBox="1">
            <a:spLocks noGrp="1"/>
          </p:cNvSpPr>
          <p:nvPr>
            <p:ph type="title"/>
          </p:nvPr>
        </p:nvSpPr>
        <p:spPr>
          <a:xfrm>
            <a:off x="366600" y="1584967"/>
            <a:ext cx="5730900" cy="256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L="0" marR="0" lvl="0" indent="0" algn="l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None/>
              <a:defRPr sz="4400"/>
            </a:lvl1pPr>
            <a:lvl2pPr lvl="1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2pPr>
            <a:lvl3pPr lvl="2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3pPr>
            <a:lvl4pPr lvl="3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4pPr>
            <a:lvl5pPr lvl="4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5pPr>
            <a:lvl6pPr lvl="5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6pPr>
            <a:lvl7pPr lvl="6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7pPr>
            <a:lvl8pPr lvl="7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8pPr>
            <a:lvl9pPr lvl="8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SzPts val="1400"/>
              <a:buFont typeface="Montserrat"/>
              <a:buNone/>
              <a:defRPr sz="1800" b="1">
                <a:latin typeface="Montserrat"/>
                <a:ea typeface="Montserrat"/>
                <a:cs typeface="Montserrat"/>
                <a:sym typeface="Montserrat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4" name="Google Shape;184;p19"/>
          <p:cNvSpPr txBox="1">
            <a:spLocks noGrp="1"/>
          </p:cNvSpPr>
          <p:nvPr>
            <p:ph type="title" idx="2"/>
          </p:nvPr>
        </p:nvSpPr>
        <p:spPr>
          <a:xfrm>
            <a:off x="366600" y="4213917"/>
            <a:ext cx="5394900" cy="5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R="0" lvl="0" rtl="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5" name="Google Shape;185;p19"/>
          <p:cNvSpPr txBox="1">
            <a:spLocks noGrp="1"/>
          </p:cNvSpPr>
          <p:nvPr>
            <p:ph type="title" idx="3"/>
          </p:nvPr>
        </p:nvSpPr>
        <p:spPr>
          <a:xfrm>
            <a:off x="366600" y="5812924"/>
            <a:ext cx="4205400" cy="36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marR="0" lvl="0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2pPr>
            <a:lvl3pPr lvl="2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3pPr>
            <a:lvl4pPr lvl="3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4pPr>
            <a:lvl5pPr lvl="4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5pPr>
            <a:lvl6pPr lvl="5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6pPr>
            <a:lvl7pPr lvl="6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7pPr>
            <a:lvl8pPr lvl="7" rtl="0">
              <a:lnSpc>
                <a:spcPct val="105000"/>
              </a:lnSpc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8pPr>
            <a:lvl9pPr lvl="8" rtl="0">
              <a:lnSpc>
                <a:spcPct val="105000"/>
              </a:lnSpc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 sz="1800"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6097525" y="0"/>
            <a:ext cx="3046500" cy="68580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87" name="Google Shape;187;p19"/>
          <p:cNvSpPr/>
          <p:nvPr/>
        </p:nvSpPr>
        <p:spPr>
          <a:xfrm>
            <a:off x="457200" y="731520"/>
            <a:ext cx="1828808" cy="557349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chemeClr val="l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16960685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1 (No Graphics)">
  <p:cSld name="Divider - Dark Blue 01 (No Graphics)">
    <p:bg>
      <p:bgPr>
        <a:solidFill>
          <a:schemeClr val="dk2"/>
        </a:solidFill>
        <a:effectLst/>
      </p:bgPr>
    </p:bg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20"/>
          <p:cNvSpPr txBox="1">
            <a:spLocks noGrp="1"/>
          </p:cNvSpPr>
          <p:nvPr>
            <p:ph type="body" idx="1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0" name="Google Shape;190;p20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p20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52652498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2">
  <p:cSld name="Divider - Dark Blue 02">
    <p:bg>
      <p:bgPr>
        <a:solidFill>
          <a:schemeClr val="dk2"/>
        </a:solid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1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4" name="Google Shape;194;p21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95" name="Google Shape;195;p21"/>
          <p:cNvPicPr preferRelativeResize="0"/>
          <p:nvPr/>
        </p:nvPicPr>
        <p:blipFill rotWithShape="1">
          <a:blip r:embed="rId2">
            <a:alphaModFix amt="27000"/>
          </a:blip>
          <a:srcRect l="21476"/>
          <a:stretch/>
        </p:blipFill>
        <p:spPr>
          <a:xfrm flipH="1">
            <a:off x="7048002" y="2373734"/>
            <a:ext cx="2095998" cy="3874665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/>
          <p:cNvPicPr preferRelativeResize="0"/>
          <p:nvPr/>
        </p:nvPicPr>
        <p:blipFill rotWithShape="1">
          <a:blip r:embed="rId3">
            <a:alphaModFix/>
          </a:blip>
          <a:srcRect l="20792" t="10992"/>
          <a:stretch/>
        </p:blipFill>
        <p:spPr>
          <a:xfrm>
            <a:off x="1" y="1"/>
            <a:ext cx="1320175" cy="2153636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>
            <a:spLocks noGrp="1"/>
          </p:cNvSpPr>
          <p:nvPr>
            <p:ph type="body" idx="1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7812727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3">
  <p:cSld name="Divider - Dark Blue 03">
    <p:bg>
      <p:bgPr>
        <a:solidFill>
          <a:schemeClr val="dk2"/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9" name="Google Shape;199;p22"/>
          <p:cNvGrpSpPr/>
          <p:nvPr/>
        </p:nvGrpSpPr>
        <p:grpSpPr>
          <a:xfrm>
            <a:off x="-10" y="5027252"/>
            <a:ext cx="9143997" cy="1828752"/>
            <a:chOff x="-10" y="3735321"/>
            <a:chExt cx="9139427" cy="1408177"/>
          </a:xfrm>
        </p:grpSpPr>
        <p:pic>
          <p:nvPicPr>
            <p:cNvPr id="200" name="Google Shape;200;p22"/>
            <p:cNvPicPr preferRelativeResize="0"/>
            <p:nvPr/>
          </p:nvPicPr>
          <p:blipFill>
            <a:blip r:embed="rId2">
              <a:alphaModFix amt="72000"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1" name="Google Shape;201;p22"/>
            <p:cNvPicPr preferRelativeResize="0"/>
            <p:nvPr/>
          </p:nvPicPr>
          <p:blipFill rotWithShape="1">
            <a:blip r:embed="rId3">
              <a:alphaModFix amt="72000"/>
            </a:blip>
            <a:srcRect t="139" b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02" name="Google Shape;202;p22"/>
            <p:cNvPicPr preferRelativeResize="0"/>
            <p:nvPr/>
          </p:nvPicPr>
          <p:blipFill rotWithShape="1">
            <a:blip r:embed="rId4">
              <a:alphaModFix amt="72000"/>
            </a:blip>
            <a:srcRect t="139" b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03" name="Google Shape;203;p22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4" name="Google Shape;204;p22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5" name="Google Shape;205;p22"/>
          <p:cNvSpPr txBox="1">
            <a:spLocks noGrp="1"/>
          </p:cNvSpPr>
          <p:nvPr>
            <p:ph type="body" idx="1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9743908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4">
  <p:cSld name="Divider - Dark Blue 04">
    <p:bg>
      <p:bgPr>
        <a:solidFill>
          <a:schemeClr val="dk2"/>
        </a:solidFill>
        <a:effectLst/>
      </p:bgPr>
    </p:bg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3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08" name="Google Shape;208;p23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09" name="Google Shape;209;p23"/>
          <p:cNvGrpSpPr/>
          <p:nvPr/>
        </p:nvGrpSpPr>
        <p:grpSpPr>
          <a:xfrm>
            <a:off x="4" y="2405300"/>
            <a:ext cx="9143996" cy="4452701"/>
            <a:chOff x="4" y="1803975"/>
            <a:chExt cx="9143996" cy="3339526"/>
          </a:xfrm>
        </p:grpSpPr>
        <p:pic>
          <p:nvPicPr>
            <p:cNvPr id="210" name="Google Shape;210;p23"/>
            <p:cNvPicPr preferRelativeResize="0"/>
            <p:nvPr/>
          </p:nvPicPr>
          <p:blipFill rotWithShape="1">
            <a:blip r:embed="rId2">
              <a:alphaModFix amt="57000"/>
            </a:blip>
            <a:srcRect l="32605" b="34253"/>
            <a:stretch/>
          </p:blipFill>
          <p:spPr>
            <a:xfrm flipH="1">
              <a:off x="5036874" y="1804050"/>
              <a:ext cx="4107126" cy="3339451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1" name="Google Shape;211;p23"/>
            <p:cNvPicPr preferRelativeResize="0"/>
            <p:nvPr/>
          </p:nvPicPr>
          <p:blipFill rotWithShape="1">
            <a:blip r:embed="rId3">
              <a:alphaModFix amt="57000"/>
            </a:blip>
            <a:srcRect r="17498" b="34258"/>
            <a:stretch/>
          </p:blipFill>
          <p:spPr>
            <a:xfrm flipH="1">
              <a:off x="4" y="1803975"/>
              <a:ext cx="5027748" cy="3339451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2" name="Google Shape;212;p23"/>
          <p:cNvSpPr txBox="1">
            <a:spLocks noGrp="1"/>
          </p:cNvSpPr>
          <p:nvPr>
            <p:ph type="body" idx="1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0913432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- Dark Blue 05">
  <p:cSld name="Divider - Dark Blue 05">
    <p:bg>
      <p:bgPr>
        <a:solidFill>
          <a:schemeClr val="dk2"/>
        </a:solidFill>
        <a:effectLst/>
      </p:bgPr>
    </p:bg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24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15" name="Google Shape;215;p24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16" name="Google Shape;216;p24"/>
          <p:cNvGrpSpPr/>
          <p:nvPr/>
        </p:nvGrpSpPr>
        <p:grpSpPr>
          <a:xfrm rot="-5400000">
            <a:off x="4362747" y="2053053"/>
            <a:ext cx="6885635" cy="2747927"/>
            <a:chOff x="1155183" y="3814094"/>
            <a:chExt cx="3118306" cy="1659276"/>
          </a:xfrm>
        </p:grpSpPr>
        <p:pic>
          <p:nvPicPr>
            <p:cNvPr id="217" name="Google Shape;217;p24"/>
            <p:cNvPicPr preferRelativeResize="0"/>
            <p:nvPr/>
          </p:nvPicPr>
          <p:blipFill rotWithShape="1">
            <a:blip r:embed="rId2">
              <a:alphaModFix amt="58000"/>
            </a:blip>
            <a:srcRect l="37919" t="24705" b="10228"/>
            <a:stretch/>
          </p:blipFill>
          <p:spPr>
            <a:xfrm>
              <a:off x="1155183" y="3814094"/>
              <a:ext cx="1891297" cy="1652133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18" name="Google Shape;218;p24"/>
            <p:cNvPicPr preferRelativeResize="0"/>
            <p:nvPr/>
          </p:nvPicPr>
          <p:blipFill rotWithShape="1">
            <a:blip r:embed="rId3">
              <a:alphaModFix amt="58000"/>
            </a:blip>
            <a:srcRect t="25270" r="59873" b="9950"/>
            <a:stretch/>
          </p:blipFill>
          <p:spPr>
            <a:xfrm>
              <a:off x="3051053" y="3828390"/>
              <a:ext cx="1222436" cy="1644980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219" name="Google Shape;219;p24"/>
          <p:cNvSpPr txBox="1">
            <a:spLocks noGrp="1"/>
          </p:cNvSpPr>
          <p:nvPr>
            <p:ph type="body" idx="1"/>
          </p:nvPr>
        </p:nvSpPr>
        <p:spPr>
          <a:xfrm>
            <a:off x="365760" y="1619267"/>
            <a:ext cx="7484400" cy="361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lvl="0" indent="-228600" rtl="0">
              <a:lnSpc>
                <a:spcPct val="74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000"/>
              <a:buNone/>
              <a:defRPr sz="40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74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74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74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70911202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ark Blue">
  <p:cSld name="Quote - Dark Blue">
    <p:bg>
      <p:bgPr>
        <a:solidFill>
          <a:schemeClr val="dk2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5"/>
          <p:cNvSpPr txBox="1">
            <a:spLocks noGrp="1"/>
          </p:cNvSpPr>
          <p:nvPr>
            <p:ph type="body" idx="1"/>
          </p:nvPr>
        </p:nvSpPr>
        <p:spPr>
          <a:xfrm>
            <a:off x="365750" y="1775967"/>
            <a:ext cx="7484400" cy="3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 b="1" cap="none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2" name="Google Shape;222;p25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3" name="Google Shape;223;p25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24" name="Google Shape;224;p25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25" name="Google Shape;225;p25"/>
          <p:cNvGrpSpPr/>
          <p:nvPr/>
        </p:nvGrpSpPr>
        <p:grpSpPr>
          <a:xfrm>
            <a:off x="457209" y="632173"/>
            <a:ext cx="1177786" cy="1143799"/>
            <a:chOff x="865451" y="2114550"/>
            <a:chExt cx="3399093" cy="2475755"/>
          </a:xfrm>
        </p:grpSpPr>
        <p:sp>
          <p:nvSpPr>
            <p:cNvPr id="226" name="Google Shape;226;p25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7" name="Google Shape;227;p25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28" name="Google Shape;228;p25"/>
          <p:cNvSpPr txBox="1">
            <a:spLocks noGrp="1"/>
          </p:cNvSpPr>
          <p:nvPr>
            <p:ph type="subTitle" idx="2"/>
          </p:nvPr>
        </p:nvSpPr>
        <p:spPr>
          <a:xfrm>
            <a:off x="365755" y="5364480"/>
            <a:ext cx="4206300" cy="3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b="1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92737580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White">
  <p:cSld name="Quote - White">
    <p:bg>
      <p:bgPr>
        <a:solidFill>
          <a:schemeClr val="lt1"/>
        </a:solidFill>
        <a:effectLst/>
      </p:bgPr>
    </p:bg>
    <p:spTree>
      <p:nvGrpSpPr>
        <p:cNvPr id="1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6"/>
          <p:cNvSpPr txBox="1">
            <a:spLocks noGrp="1"/>
          </p:cNvSpPr>
          <p:nvPr>
            <p:ph type="body" idx="1"/>
          </p:nvPr>
        </p:nvSpPr>
        <p:spPr>
          <a:xfrm>
            <a:off x="365750" y="1775967"/>
            <a:ext cx="7484400" cy="3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200"/>
              <a:buNone/>
              <a:defRPr sz="4200" b="1" cap="none">
                <a:solidFill>
                  <a:schemeClr val="dk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dk1"/>
              </a:buClr>
              <a:buSzPts val="1800"/>
              <a:buChar char="•"/>
              <a:defRPr>
                <a:solidFill>
                  <a:schemeClr val="dk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31" name="Google Shape;231;p26"/>
          <p:cNvGrpSpPr/>
          <p:nvPr/>
        </p:nvGrpSpPr>
        <p:grpSpPr>
          <a:xfrm>
            <a:off x="457209" y="632173"/>
            <a:ext cx="1177786" cy="1143799"/>
            <a:chOff x="865451" y="2114550"/>
            <a:chExt cx="3399093" cy="2475755"/>
          </a:xfrm>
        </p:grpSpPr>
        <p:sp>
          <p:nvSpPr>
            <p:cNvPr id="232" name="Google Shape;232;p26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33" name="Google Shape;233;p26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34" name="Google Shape;234;p26"/>
          <p:cNvSpPr txBox="1">
            <a:spLocks noGrp="1"/>
          </p:cNvSpPr>
          <p:nvPr>
            <p:ph type="subTitle" idx="2"/>
          </p:nvPr>
        </p:nvSpPr>
        <p:spPr>
          <a:xfrm>
            <a:off x="365755" y="5364480"/>
            <a:ext cx="4206300" cy="365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5B5B5B"/>
              </a:buClr>
              <a:buSzPts val="1600"/>
              <a:buNone/>
              <a:defRPr sz="1600" b="1">
                <a:solidFill>
                  <a:srgbClr val="5B5B5B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800"/>
              <a:buNone/>
              <a:defRPr b="1">
                <a:solidFill>
                  <a:srgbClr val="5B5B5B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5B5B5B"/>
              </a:buClr>
              <a:buSzPts val="1400"/>
              <a:buNone/>
              <a:defRPr b="1">
                <a:solidFill>
                  <a:srgbClr val="5B5B5B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235" name="Google Shape;235;p26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36" name="Google Shape;236;p26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37" name="Google Shape;237;p26"/>
          <p:cNvSpPr/>
          <p:nvPr/>
        </p:nvSpPr>
        <p:spPr>
          <a:xfrm>
            <a:off x="660651" y="6489221"/>
            <a:ext cx="16812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rgbClr val="929292"/>
                </a:solidFill>
              </a:rPr>
              <a:t>2025</a:t>
            </a:r>
            <a:r>
              <a:rPr lang="en" sz="600" b="0" i="0">
                <a:solidFill>
                  <a:srgbClr val="929292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rgbClr val="929292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11336648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 - Dark Blue w/ Photo">
  <p:cSld name="Quote - Dark Blue w/ Photo">
    <p:bg>
      <p:bgPr>
        <a:solidFill>
          <a:schemeClr val="dk2"/>
        </a:solidFill>
        <a:effectLst/>
      </p:bgPr>
    </p:bg>
    <p:spTree>
      <p:nvGrpSpPr>
        <p:cNvPr id="1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27"/>
          <p:cNvSpPr txBox="1">
            <a:spLocks noGrp="1"/>
          </p:cNvSpPr>
          <p:nvPr>
            <p:ph type="body" idx="1"/>
          </p:nvPr>
        </p:nvSpPr>
        <p:spPr>
          <a:xfrm>
            <a:off x="365750" y="1775967"/>
            <a:ext cx="6076500" cy="346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200"/>
              <a:buNone/>
              <a:defRPr sz="4200" b="1" cap="none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0" name="Google Shape;240;p27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1" name="Google Shape;241;p27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42" name="Google Shape;242;p27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grpSp>
        <p:nvGrpSpPr>
          <p:cNvPr id="243" name="Google Shape;243;p27"/>
          <p:cNvGrpSpPr/>
          <p:nvPr/>
        </p:nvGrpSpPr>
        <p:grpSpPr>
          <a:xfrm>
            <a:off x="457209" y="632173"/>
            <a:ext cx="1177786" cy="1143799"/>
            <a:chOff x="865451" y="2114550"/>
            <a:chExt cx="3399093" cy="2475755"/>
          </a:xfrm>
        </p:grpSpPr>
        <p:sp>
          <p:nvSpPr>
            <p:cNvPr id="244" name="Google Shape;244;p27"/>
            <p:cNvSpPr/>
            <p:nvPr/>
          </p:nvSpPr>
          <p:spPr>
            <a:xfrm>
              <a:off x="865451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45" name="Google Shape;245;p27"/>
            <p:cNvSpPr/>
            <p:nvPr/>
          </p:nvSpPr>
          <p:spPr>
            <a:xfrm>
              <a:off x="2693163" y="2114550"/>
              <a:ext cx="1571381" cy="2475755"/>
            </a:xfrm>
            <a:custGeom>
              <a:avLst/>
              <a:gdLst/>
              <a:ahLst/>
              <a:cxnLst/>
              <a:rect l="l" t="t" r="r" b="b"/>
              <a:pathLst>
                <a:path w="3654375" h="5757569" extrusionOk="0">
                  <a:moveTo>
                    <a:pt x="3448790" y="0"/>
                  </a:moveTo>
                  <a:lnTo>
                    <a:pt x="3458290" y="1432474"/>
                  </a:lnTo>
                  <a:cubicBezTo>
                    <a:pt x="2772941" y="1684660"/>
                    <a:pt x="2415542" y="1991333"/>
                    <a:pt x="2248907" y="2449965"/>
                  </a:cubicBezTo>
                  <a:cubicBezTo>
                    <a:pt x="3226484" y="2526039"/>
                    <a:pt x="3654376" y="3276319"/>
                    <a:pt x="3654376" y="4068726"/>
                  </a:cubicBezTo>
                  <a:cubicBezTo>
                    <a:pt x="3654376" y="5007004"/>
                    <a:pt x="2925326" y="5757569"/>
                    <a:pt x="1987935" y="5757569"/>
                  </a:cubicBezTo>
                  <a:cubicBezTo>
                    <a:pt x="1050544" y="5757569"/>
                    <a:pt x="14541" y="5150119"/>
                    <a:pt x="196" y="3782402"/>
                  </a:cubicBezTo>
                  <a:cubicBezTo>
                    <a:pt x="-30015" y="843186"/>
                    <a:pt x="3448790" y="0"/>
                    <a:pt x="344879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4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46" name="Google Shape;246;p27"/>
          <p:cNvSpPr txBox="1">
            <a:spLocks noGrp="1"/>
          </p:cNvSpPr>
          <p:nvPr>
            <p:ph type="subTitle" idx="2"/>
          </p:nvPr>
        </p:nvSpPr>
        <p:spPr>
          <a:xfrm>
            <a:off x="3017525" y="5333329"/>
            <a:ext cx="4206300" cy="915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None/>
              <a:defRPr sz="1600" b="1">
                <a:solidFill>
                  <a:srgbClr val="FFFFFF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800"/>
              <a:buNone/>
              <a:defRPr b="1">
                <a:solidFill>
                  <a:srgbClr val="FFFFFF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FFFF"/>
              </a:buClr>
              <a:buSzPts val="1400"/>
              <a:buNone/>
              <a:defRPr b="1">
                <a:solidFill>
                  <a:srgbClr val="FFFFFF"/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187782481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am">
  <p:cSld name="Team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8"/>
          <p:cNvSpPr/>
          <p:nvPr/>
        </p:nvSpPr>
        <p:spPr>
          <a:xfrm>
            <a:off x="0" y="1493600"/>
            <a:ext cx="9144000" cy="5364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249" name="Google Shape;249;p28"/>
          <p:cNvSpPr txBox="1">
            <a:spLocks noGrp="1"/>
          </p:cNvSpPr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600"/>
              <a:buNone/>
              <a:defRPr/>
            </a:lvl1pPr>
            <a:lvl2pPr lvl="1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SzPts val="1400"/>
              <a:buFont typeface="Arial"/>
              <a:buNone/>
              <a:defRPr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250" name="Google Shape;250;p28"/>
          <p:cNvSpPr/>
          <p:nvPr/>
        </p:nvSpPr>
        <p:spPr>
          <a:xfrm>
            <a:off x="660652" y="6489221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1" name="Google Shape;251;p28"/>
          <p:cNvSpPr/>
          <p:nvPr/>
        </p:nvSpPr>
        <p:spPr>
          <a:xfrm>
            <a:off x="457195" y="6461760"/>
            <a:ext cx="135250" cy="171451"/>
          </a:xfrm>
          <a:custGeom>
            <a:avLst/>
            <a:gdLst/>
            <a:ahLst/>
            <a:cxnLst/>
            <a:rect l="l" t="t" r="r" b="b"/>
            <a:pathLst>
              <a:path w="5409981" h="5143500" extrusionOk="0">
                <a:moveTo>
                  <a:pt x="4983153" y="2221521"/>
                </a:moveTo>
                <a:lnTo>
                  <a:pt x="4374172" y="2572015"/>
                </a:lnTo>
                <a:lnTo>
                  <a:pt x="4983153" y="2921450"/>
                </a:lnTo>
                <a:cubicBezTo>
                  <a:pt x="5136954" y="3010067"/>
                  <a:pt x="5189546" y="3205051"/>
                  <a:pt x="5100656" y="3358310"/>
                </a:cubicBezTo>
                <a:cubicBezTo>
                  <a:pt x="5011767" y="3511568"/>
                  <a:pt x="4815574" y="3562963"/>
                  <a:pt x="4662302" y="3474876"/>
                </a:cubicBezTo>
                <a:lnTo>
                  <a:pt x="3571781" y="2848198"/>
                </a:lnTo>
                <a:cubicBezTo>
                  <a:pt x="3499053" y="2805943"/>
                  <a:pt x="3448581" y="2739977"/>
                  <a:pt x="3426193" y="2665798"/>
                </a:cubicBezTo>
                <a:cubicBezTo>
                  <a:pt x="3407864" y="2607519"/>
                  <a:pt x="3406806" y="2545180"/>
                  <a:pt x="3423146" y="2486312"/>
                </a:cubicBezTo>
                <a:cubicBezTo>
                  <a:pt x="3445647" y="2405409"/>
                  <a:pt x="3499023" y="2336577"/>
                  <a:pt x="3571781" y="2294640"/>
                </a:cubicBezTo>
                <a:lnTo>
                  <a:pt x="4662302" y="1668359"/>
                </a:lnTo>
                <a:cubicBezTo>
                  <a:pt x="4815574" y="1580272"/>
                  <a:pt x="5011899" y="1632594"/>
                  <a:pt x="5100656" y="1785456"/>
                </a:cubicBezTo>
                <a:cubicBezTo>
                  <a:pt x="5189414" y="1938317"/>
                  <a:pt x="5136954" y="2133168"/>
                  <a:pt x="4983153" y="2221521"/>
                </a:cubicBezTo>
                <a:close/>
                <a:moveTo>
                  <a:pt x="4406628" y="3920213"/>
                </a:moveTo>
                <a:lnTo>
                  <a:pt x="3316240" y="3294330"/>
                </a:lnTo>
                <a:cubicBezTo>
                  <a:pt x="3260045" y="3261658"/>
                  <a:pt x="3195149" y="3247089"/>
                  <a:pt x="3130380" y="3252605"/>
                </a:cubicBezTo>
                <a:cubicBezTo>
                  <a:pt x="2964126" y="3264526"/>
                  <a:pt x="2833507" y="3402684"/>
                  <a:pt x="2833507" y="3570911"/>
                </a:cubicBezTo>
                <a:lnTo>
                  <a:pt x="2833507" y="4823869"/>
                </a:lnTo>
                <a:cubicBezTo>
                  <a:pt x="2833507" y="5000441"/>
                  <a:pt x="2976578" y="5143500"/>
                  <a:pt x="3154225" y="5143500"/>
                </a:cubicBezTo>
                <a:cubicBezTo>
                  <a:pt x="3331872" y="5143500"/>
                  <a:pt x="3475473" y="5000441"/>
                  <a:pt x="3475473" y="4823869"/>
                </a:cubicBezTo>
                <a:lnTo>
                  <a:pt x="3475473" y="4123013"/>
                </a:lnTo>
                <a:lnTo>
                  <a:pt x="4086043" y="4473772"/>
                </a:lnTo>
                <a:cubicBezTo>
                  <a:pt x="4239447" y="4562389"/>
                  <a:pt x="4435640" y="4509934"/>
                  <a:pt x="4524132" y="4357471"/>
                </a:cubicBezTo>
                <a:cubicBezTo>
                  <a:pt x="4612625" y="4205007"/>
                  <a:pt x="4560298" y="4008566"/>
                  <a:pt x="4406628" y="3920213"/>
                </a:cubicBezTo>
                <a:close/>
                <a:moveTo>
                  <a:pt x="3148529" y="2694410"/>
                </a:moveTo>
                <a:lnTo>
                  <a:pt x="2695205" y="3144913"/>
                </a:lnTo>
                <a:cubicBezTo>
                  <a:pt x="2682222" y="3158159"/>
                  <a:pt x="2657185" y="3169021"/>
                  <a:pt x="2638374" y="3169021"/>
                </a:cubicBezTo>
                <a:lnTo>
                  <a:pt x="2504973" y="3169021"/>
                </a:lnTo>
                <a:cubicBezTo>
                  <a:pt x="2486692" y="3169021"/>
                  <a:pt x="2461257" y="3158159"/>
                  <a:pt x="2448142" y="3144913"/>
                </a:cubicBezTo>
                <a:lnTo>
                  <a:pt x="1995083" y="2694410"/>
                </a:lnTo>
                <a:cubicBezTo>
                  <a:pt x="1982100" y="2681694"/>
                  <a:pt x="1971635" y="2656261"/>
                  <a:pt x="1971635" y="2638246"/>
                </a:cubicBezTo>
                <a:lnTo>
                  <a:pt x="1971635" y="2505387"/>
                </a:lnTo>
                <a:cubicBezTo>
                  <a:pt x="1971635" y="2486974"/>
                  <a:pt x="1982100" y="2461409"/>
                  <a:pt x="1995083" y="2448560"/>
                </a:cubicBezTo>
                <a:lnTo>
                  <a:pt x="2448142" y="1998057"/>
                </a:lnTo>
                <a:cubicBezTo>
                  <a:pt x="2461257" y="1984811"/>
                  <a:pt x="2486692" y="1974346"/>
                  <a:pt x="2504973" y="1974346"/>
                </a:cubicBezTo>
                <a:lnTo>
                  <a:pt x="2638374" y="1974346"/>
                </a:lnTo>
                <a:cubicBezTo>
                  <a:pt x="2656787" y="1974346"/>
                  <a:pt x="2682222" y="1984811"/>
                  <a:pt x="2695205" y="1998057"/>
                </a:cubicBezTo>
                <a:lnTo>
                  <a:pt x="3148529" y="2448560"/>
                </a:lnTo>
                <a:cubicBezTo>
                  <a:pt x="3161379" y="2461409"/>
                  <a:pt x="3171844" y="2486974"/>
                  <a:pt x="3171844" y="2505387"/>
                </a:cubicBezTo>
                <a:lnTo>
                  <a:pt x="3171844" y="2638246"/>
                </a:lnTo>
                <a:cubicBezTo>
                  <a:pt x="3171844" y="2656261"/>
                  <a:pt x="3161379" y="2681694"/>
                  <a:pt x="3148529" y="2694410"/>
                </a:cubicBezTo>
                <a:close/>
                <a:moveTo>
                  <a:pt x="2786214" y="2569366"/>
                </a:moveTo>
                <a:cubicBezTo>
                  <a:pt x="2786214" y="2551086"/>
                  <a:pt x="2775086" y="2525786"/>
                  <a:pt x="2762236" y="2512275"/>
                </a:cubicBezTo>
                <a:lnTo>
                  <a:pt x="2630955" y="2382329"/>
                </a:lnTo>
                <a:cubicBezTo>
                  <a:pt x="2617973" y="2369481"/>
                  <a:pt x="2592538" y="2358751"/>
                  <a:pt x="2574257" y="2358751"/>
                </a:cubicBezTo>
                <a:lnTo>
                  <a:pt x="2569090" y="2358751"/>
                </a:lnTo>
                <a:cubicBezTo>
                  <a:pt x="2550809" y="2358751"/>
                  <a:pt x="2525374" y="2369481"/>
                  <a:pt x="2512656" y="2382329"/>
                </a:cubicBezTo>
                <a:lnTo>
                  <a:pt x="2381375" y="2512275"/>
                </a:lnTo>
                <a:cubicBezTo>
                  <a:pt x="2368260" y="2525786"/>
                  <a:pt x="2358192" y="2551086"/>
                  <a:pt x="2358192" y="2569366"/>
                </a:cubicBezTo>
                <a:lnTo>
                  <a:pt x="2358192" y="2574399"/>
                </a:lnTo>
                <a:cubicBezTo>
                  <a:pt x="2358192" y="2592414"/>
                  <a:pt x="2368260" y="2617582"/>
                  <a:pt x="2381375" y="2630696"/>
                </a:cubicBezTo>
                <a:lnTo>
                  <a:pt x="2512656" y="2761038"/>
                </a:lnTo>
                <a:cubicBezTo>
                  <a:pt x="2525506" y="2773887"/>
                  <a:pt x="2550809" y="2784617"/>
                  <a:pt x="2569090" y="2784617"/>
                </a:cubicBezTo>
                <a:lnTo>
                  <a:pt x="2574257" y="2784617"/>
                </a:lnTo>
                <a:cubicBezTo>
                  <a:pt x="2592538" y="2784617"/>
                  <a:pt x="2617973" y="2773887"/>
                  <a:pt x="2630955" y="2761038"/>
                </a:cubicBezTo>
                <a:lnTo>
                  <a:pt x="2762236" y="2630696"/>
                </a:lnTo>
                <a:cubicBezTo>
                  <a:pt x="2775086" y="2617582"/>
                  <a:pt x="2786214" y="2592414"/>
                  <a:pt x="2786214" y="2574399"/>
                </a:cubicBezTo>
                <a:close/>
                <a:moveTo>
                  <a:pt x="736718" y="1222757"/>
                </a:moveTo>
                <a:lnTo>
                  <a:pt x="1827239" y="1849170"/>
                </a:lnTo>
                <a:cubicBezTo>
                  <a:pt x="1883672" y="1881603"/>
                  <a:pt x="1948619" y="1896152"/>
                  <a:pt x="2013497" y="1890895"/>
                </a:cubicBezTo>
                <a:cubicBezTo>
                  <a:pt x="2179486" y="1878709"/>
                  <a:pt x="2310502" y="1740286"/>
                  <a:pt x="2310502" y="1572324"/>
                </a:cubicBezTo>
                <a:lnTo>
                  <a:pt x="2310502" y="319233"/>
                </a:lnTo>
                <a:cubicBezTo>
                  <a:pt x="2310502" y="143059"/>
                  <a:pt x="2166503" y="0"/>
                  <a:pt x="1989651" y="0"/>
                </a:cubicBezTo>
                <a:cubicBezTo>
                  <a:pt x="1812799" y="0"/>
                  <a:pt x="1668536" y="143059"/>
                  <a:pt x="1668536" y="319233"/>
                </a:cubicBezTo>
                <a:lnTo>
                  <a:pt x="1668536" y="1020355"/>
                </a:lnTo>
                <a:lnTo>
                  <a:pt x="1057436" y="669198"/>
                </a:lnTo>
                <a:cubicBezTo>
                  <a:pt x="904297" y="580978"/>
                  <a:pt x="708369" y="633301"/>
                  <a:pt x="619347" y="785897"/>
                </a:cubicBezTo>
                <a:cubicBezTo>
                  <a:pt x="530985" y="938468"/>
                  <a:pt x="583048" y="1133777"/>
                  <a:pt x="735632" y="1222131"/>
                </a:cubicBezTo>
                <a:cubicBezTo>
                  <a:pt x="735994" y="1222340"/>
                  <a:pt x="736356" y="1222549"/>
                  <a:pt x="736718" y="1222757"/>
                </a:cubicBezTo>
                <a:close/>
                <a:moveTo>
                  <a:pt x="3130380" y="1890895"/>
                </a:moveTo>
                <a:cubicBezTo>
                  <a:pt x="3195131" y="1896154"/>
                  <a:pt x="3259952" y="1881602"/>
                  <a:pt x="3316240" y="1849170"/>
                </a:cubicBezTo>
                <a:lnTo>
                  <a:pt x="4406628" y="1222757"/>
                </a:lnTo>
                <a:cubicBezTo>
                  <a:pt x="4559590" y="1135057"/>
                  <a:pt x="4612489" y="939974"/>
                  <a:pt x="4524782" y="787025"/>
                </a:cubicBezTo>
                <a:cubicBezTo>
                  <a:pt x="4524567" y="786649"/>
                  <a:pt x="4524350" y="786273"/>
                  <a:pt x="4524132" y="785897"/>
                </a:cubicBezTo>
                <a:cubicBezTo>
                  <a:pt x="4435640" y="633301"/>
                  <a:pt x="4239447" y="580978"/>
                  <a:pt x="4086043" y="669198"/>
                </a:cubicBezTo>
                <a:lnTo>
                  <a:pt x="3475473" y="1020355"/>
                </a:lnTo>
                <a:lnTo>
                  <a:pt x="3475473" y="319233"/>
                </a:lnTo>
                <a:cubicBezTo>
                  <a:pt x="3475473" y="143059"/>
                  <a:pt x="3331872" y="0"/>
                  <a:pt x="3154225" y="0"/>
                </a:cubicBezTo>
                <a:cubicBezTo>
                  <a:pt x="2976578" y="0"/>
                  <a:pt x="2833507" y="143059"/>
                  <a:pt x="2833507" y="319233"/>
                </a:cubicBezTo>
                <a:lnTo>
                  <a:pt x="2833507" y="1572324"/>
                </a:lnTo>
                <a:cubicBezTo>
                  <a:pt x="2833507" y="1740286"/>
                  <a:pt x="2964126" y="1878709"/>
                  <a:pt x="3130380" y="1890895"/>
                </a:cubicBezTo>
                <a:close/>
                <a:moveTo>
                  <a:pt x="2013497" y="3252605"/>
                </a:moveTo>
                <a:cubicBezTo>
                  <a:pt x="1948600" y="3247084"/>
                  <a:pt x="1883576" y="3261651"/>
                  <a:pt x="1827239" y="3294330"/>
                </a:cubicBezTo>
                <a:lnTo>
                  <a:pt x="736718" y="3920213"/>
                </a:lnTo>
                <a:cubicBezTo>
                  <a:pt x="583314" y="4008566"/>
                  <a:pt x="530854" y="4204477"/>
                  <a:pt x="619347" y="4357471"/>
                </a:cubicBezTo>
                <a:cubicBezTo>
                  <a:pt x="707839" y="4510464"/>
                  <a:pt x="904297" y="4562389"/>
                  <a:pt x="1057436" y="4473772"/>
                </a:cubicBezTo>
                <a:lnTo>
                  <a:pt x="1668536" y="4123013"/>
                </a:lnTo>
                <a:lnTo>
                  <a:pt x="1668536" y="4823869"/>
                </a:lnTo>
                <a:cubicBezTo>
                  <a:pt x="1668536" y="5000441"/>
                  <a:pt x="1812137" y="5143500"/>
                  <a:pt x="1989651" y="5143500"/>
                </a:cubicBezTo>
                <a:cubicBezTo>
                  <a:pt x="2167166" y="5143500"/>
                  <a:pt x="2310502" y="5000441"/>
                  <a:pt x="2310502" y="4823869"/>
                </a:cubicBezTo>
                <a:lnTo>
                  <a:pt x="2310502" y="3570911"/>
                </a:lnTo>
                <a:cubicBezTo>
                  <a:pt x="2310502" y="3402684"/>
                  <a:pt x="2179486" y="3264526"/>
                  <a:pt x="2013497" y="3252605"/>
                </a:cubicBezTo>
                <a:close/>
                <a:moveTo>
                  <a:pt x="1717816" y="2665798"/>
                </a:moveTo>
                <a:cubicBezTo>
                  <a:pt x="1728394" y="2632182"/>
                  <a:pt x="1733318" y="2597044"/>
                  <a:pt x="1732388" y="2561815"/>
                </a:cubicBezTo>
                <a:cubicBezTo>
                  <a:pt x="1731063" y="2536648"/>
                  <a:pt x="1727884" y="2511480"/>
                  <a:pt x="1720730" y="2486312"/>
                </a:cubicBezTo>
                <a:cubicBezTo>
                  <a:pt x="1699137" y="2408292"/>
                  <a:pt x="1648002" y="2338617"/>
                  <a:pt x="1571300" y="2294640"/>
                </a:cubicBezTo>
                <a:lnTo>
                  <a:pt x="481574" y="1668359"/>
                </a:lnTo>
                <a:cubicBezTo>
                  <a:pt x="327773" y="1580272"/>
                  <a:pt x="131580" y="1632594"/>
                  <a:pt x="43352" y="1785456"/>
                </a:cubicBezTo>
                <a:cubicBezTo>
                  <a:pt x="-44875" y="1938317"/>
                  <a:pt x="6790" y="2133168"/>
                  <a:pt x="160591" y="2221521"/>
                </a:cubicBezTo>
                <a:lnTo>
                  <a:pt x="769571" y="2572015"/>
                </a:lnTo>
                <a:lnTo>
                  <a:pt x="160591" y="2921450"/>
                </a:lnTo>
                <a:cubicBezTo>
                  <a:pt x="6790" y="3010067"/>
                  <a:pt x="-45670" y="3205051"/>
                  <a:pt x="43352" y="3358310"/>
                </a:cubicBezTo>
                <a:cubicBezTo>
                  <a:pt x="132374" y="3511568"/>
                  <a:pt x="327773" y="3562963"/>
                  <a:pt x="481574" y="3474876"/>
                </a:cubicBezTo>
                <a:lnTo>
                  <a:pt x="1571300" y="2848198"/>
                </a:lnTo>
                <a:cubicBezTo>
                  <a:pt x="1641515" y="2808189"/>
                  <a:pt x="1693892" y="2742984"/>
                  <a:pt x="1717816" y="2665798"/>
                </a:cubicBezTo>
                <a:close/>
                <a:moveTo>
                  <a:pt x="5160799" y="588131"/>
                </a:moveTo>
                <a:lnTo>
                  <a:pt x="5112049" y="588131"/>
                </a:lnTo>
                <a:lnTo>
                  <a:pt x="5112049" y="648137"/>
                </a:lnTo>
                <a:lnTo>
                  <a:pt x="5160799" y="648137"/>
                </a:lnTo>
                <a:cubicBezTo>
                  <a:pt x="5183452" y="648137"/>
                  <a:pt x="5198157" y="637937"/>
                  <a:pt x="5198157" y="618730"/>
                </a:cubicBezTo>
                <a:cubicBezTo>
                  <a:pt x="5198157" y="599523"/>
                  <a:pt x="5184512" y="588131"/>
                  <a:pt x="5160799" y="588131"/>
                </a:cubicBezTo>
                <a:close/>
                <a:moveTo>
                  <a:pt x="5052039" y="532630"/>
                </a:moveTo>
                <a:lnTo>
                  <a:pt x="5161859" y="532630"/>
                </a:lnTo>
                <a:cubicBezTo>
                  <a:pt x="5222002" y="532630"/>
                  <a:pt x="5261612" y="565480"/>
                  <a:pt x="5261612" y="616346"/>
                </a:cubicBezTo>
                <a:cubicBezTo>
                  <a:pt x="5261612" y="648137"/>
                  <a:pt x="5245715" y="671847"/>
                  <a:pt x="5222002" y="686683"/>
                </a:cubicBezTo>
                <a:lnTo>
                  <a:pt x="5265056" y="748940"/>
                </a:lnTo>
                <a:lnTo>
                  <a:pt x="5265056" y="761392"/>
                </a:lnTo>
                <a:lnTo>
                  <a:pt x="5202661" y="761392"/>
                </a:lnTo>
                <a:lnTo>
                  <a:pt x="5160799" y="701386"/>
                </a:lnTo>
                <a:lnTo>
                  <a:pt x="5112049" y="701386"/>
                </a:lnTo>
                <a:lnTo>
                  <a:pt x="5112049" y="761392"/>
                </a:lnTo>
                <a:lnTo>
                  <a:pt x="5052039" y="761392"/>
                </a:lnTo>
                <a:close/>
                <a:moveTo>
                  <a:pt x="5358979" y="651581"/>
                </a:moveTo>
                <a:cubicBezTo>
                  <a:pt x="5358979" y="529186"/>
                  <a:pt x="5277508" y="436330"/>
                  <a:pt x="5152851" y="436330"/>
                </a:cubicBezTo>
                <a:cubicBezTo>
                  <a:pt x="5030445" y="436330"/>
                  <a:pt x="4948842" y="524682"/>
                  <a:pt x="4948842" y="651581"/>
                </a:cubicBezTo>
                <a:cubicBezTo>
                  <a:pt x="4948842" y="772783"/>
                  <a:pt x="5030445" y="866699"/>
                  <a:pt x="5152851" y="866699"/>
                </a:cubicBezTo>
                <a:cubicBezTo>
                  <a:pt x="5277508" y="866699"/>
                  <a:pt x="5358979" y="773843"/>
                  <a:pt x="5358979" y="651581"/>
                </a:cubicBezTo>
                <a:close/>
                <a:moveTo>
                  <a:pt x="5409982" y="651581"/>
                </a:moveTo>
                <a:cubicBezTo>
                  <a:pt x="5409982" y="795434"/>
                  <a:pt x="5313674" y="915445"/>
                  <a:pt x="5152851" y="915445"/>
                </a:cubicBezTo>
                <a:cubicBezTo>
                  <a:pt x="4992028" y="915445"/>
                  <a:pt x="4897972" y="794242"/>
                  <a:pt x="4897972" y="651581"/>
                </a:cubicBezTo>
                <a:cubicBezTo>
                  <a:pt x="4897972" y="508919"/>
                  <a:pt x="4993088" y="387584"/>
                  <a:pt x="5152851" y="387584"/>
                </a:cubicBezTo>
                <a:cubicBezTo>
                  <a:pt x="5312614" y="387584"/>
                  <a:pt x="5409982" y="507594"/>
                  <a:pt x="5409982" y="651581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35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2" name="Google Shape;252;p28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FFFFFF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53" name="Google Shape;253;p28"/>
          <p:cNvSpPr/>
          <p:nvPr/>
        </p:nvSpPr>
        <p:spPr>
          <a:xfrm>
            <a:off x="0" y="458000"/>
            <a:ext cx="137100" cy="487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</p:spTree>
    <p:extLst>
      <p:ext uri="{BB962C8B-B14F-4D97-AF65-F5344CB8AC3E}">
        <p14:creationId xmlns:p14="http://schemas.microsoft.com/office/powerpoint/2010/main" val="176989041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01">
  <p:cSld name="Thank You 01">
    <p:bg>
      <p:bgPr>
        <a:solidFill>
          <a:schemeClr val="accent1"/>
        </a:solidFill>
        <a:effectLst/>
      </p:bgPr>
    </p:bg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29"/>
          <p:cNvSpPr/>
          <p:nvPr/>
        </p:nvSpPr>
        <p:spPr>
          <a:xfrm>
            <a:off x="457200" y="5925549"/>
            <a:ext cx="1444930" cy="440600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6" name="Google Shape;256;p29"/>
          <p:cNvSpPr/>
          <p:nvPr/>
        </p:nvSpPr>
        <p:spPr>
          <a:xfrm>
            <a:off x="457202" y="6486144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57" name="Google Shape;257;p29"/>
          <p:cNvSpPr txBox="1">
            <a:spLocks noGrp="1"/>
          </p:cNvSpPr>
          <p:nvPr>
            <p:ph type="body" idx="1"/>
          </p:nvPr>
        </p:nvSpPr>
        <p:spPr>
          <a:xfrm>
            <a:off x="365750" y="2515133"/>
            <a:ext cx="7484400" cy="18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67056374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 You 02">
  <p:cSld name="Thank You 02">
    <p:bg>
      <p:bgPr>
        <a:solidFill>
          <a:schemeClr val="accent1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30"/>
          <p:cNvSpPr/>
          <p:nvPr/>
        </p:nvSpPr>
        <p:spPr>
          <a:xfrm>
            <a:off x="457200" y="5925549"/>
            <a:ext cx="1444930" cy="440600"/>
          </a:xfrm>
          <a:custGeom>
            <a:avLst/>
            <a:gdLst/>
            <a:ahLst/>
            <a:cxnLst/>
            <a:rect l="l" t="t" r="r" b="b"/>
            <a:pathLst>
              <a:path w="10771" h="2451" extrusionOk="0">
                <a:moveTo>
                  <a:pt x="10625" y="726"/>
                </a:moveTo>
                <a:lnTo>
                  <a:pt x="10597" y="726"/>
                </a:lnTo>
                <a:lnTo>
                  <a:pt x="10597" y="761"/>
                </a:lnTo>
                <a:lnTo>
                  <a:pt x="10625" y="761"/>
                </a:lnTo>
                <a:cubicBezTo>
                  <a:pt x="10638" y="761"/>
                  <a:pt x="10646" y="756"/>
                  <a:pt x="10646" y="744"/>
                </a:cubicBezTo>
                <a:cubicBezTo>
                  <a:pt x="10646" y="731"/>
                  <a:pt x="10639" y="726"/>
                  <a:pt x="10625" y="726"/>
                </a:cubicBezTo>
                <a:close/>
                <a:moveTo>
                  <a:pt x="10562" y="693"/>
                </a:moveTo>
                <a:lnTo>
                  <a:pt x="10625" y="693"/>
                </a:lnTo>
                <a:cubicBezTo>
                  <a:pt x="10660" y="693"/>
                  <a:pt x="10683" y="712"/>
                  <a:pt x="10683" y="742"/>
                </a:cubicBezTo>
                <a:cubicBezTo>
                  <a:pt x="10683" y="760"/>
                  <a:pt x="10675" y="774"/>
                  <a:pt x="10660" y="783"/>
                </a:cubicBezTo>
                <a:lnTo>
                  <a:pt x="10685" y="820"/>
                </a:lnTo>
                <a:lnTo>
                  <a:pt x="10685" y="827"/>
                </a:lnTo>
                <a:lnTo>
                  <a:pt x="10648" y="827"/>
                </a:lnTo>
                <a:lnTo>
                  <a:pt x="10623" y="791"/>
                </a:lnTo>
                <a:lnTo>
                  <a:pt x="10595" y="791"/>
                </a:lnTo>
                <a:lnTo>
                  <a:pt x="10595" y="827"/>
                </a:lnTo>
                <a:lnTo>
                  <a:pt x="10560" y="827"/>
                </a:lnTo>
                <a:lnTo>
                  <a:pt x="10560" y="693"/>
                </a:lnTo>
                <a:lnTo>
                  <a:pt x="10562" y="693"/>
                </a:lnTo>
                <a:close/>
                <a:moveTo>
                  <a:pt x="10742" y="761"/>
                </a:moveTo>
                <a:cubicBezTo>
                  <a:pt x="10742" y="691"/>
                  <a:pt x="10694" y="636"/>
                  <a:pt x="10622" y="636"/>
                </a:cubicBezTo>
                <a:cubicBezTo>
                  <a:pt x="10551" y="636"/>
                  <a:pt x="10504" y="687"/>
                  <a:pt x="10504" y="761"/>
                </a:cubicBezTo>
                <a:cubicBezTo>
                  <a:pt x="10504" y="832"/>
                  <a:pt x="10551" y="887"/>
                  <a:pt x="10622" y="887"/>
                </a:cubicBezTo>
                <a:cubicBezTo>
                  <a:pt x="10694" y="888"/>
                  <a:pt x="10742" y="834"/>
                  <a:pt x="10742" y="761"/>
                </a:cubicBezTo>
                <a:close/>
                <a:moveTo>
                  <a:pt x="10770" y="761"/>
                </a:moveTo>
                <a:cubicBezTo>
                  <a:pt x="10770" y="846"/>
                  <a:pt x="10713" y="915"/>
                  <a:pt x="10620" y="915"/>
                </a:cubicBezTo>
                <a:cubicBezTo>
                  <a:pt x="10527" y="915"/>
                  <a:pt x="10472" y="844"/>
                  <a:pt x="10472" y="761"/>
                </a:cubicBezTo>
                <a:cubicBezTo>
                  <a:pt x="10472" y="677"/>
                  <a:pt x="10527" y="608"/>
                  <a:pt x="10620" y="608"/>
                </a:cubicBezTo>
                <a:cubicBezTo>
                  <a:pt x="10715" y="608"/>
                  <a:pt x="10770" y="679"/>
                  <a:pt x="10770" y="761"/>
                </a:cubicBezTo>
                <a:close/>
                <a:moveTo>
                  <a:pt x="2384" y="1061"/>
                </a:moveTo>
                <a:lnTo>
                  <a:pt x="2095" y="1228"/>
                </a:lnTo>
                <a:lnTo>
                  <a:pt x="2384" y="1395"/>
                </a:lnTo>
                <a:cubicBezTo>
                  <a:pt x="2457" y="1437"/>
                  <a:pt x="2483" y="1530"/>
                  <a:pt x="2441" y="1603"/>
                </a:cubicBezTo>
                <a:cubicBezTo>
                  <a:pt x="2398" y="1675"/>
                  <a:pt x="2305" y="1700"/>
                  <a:pt x="2233" y="1659"/>
                </a:cubicBezTo>
                <a:lnTo>
                  <a:pt x="1717" y="1361"/>
                </a:lnTo>
                <a:cubicBezTo>
                  <a:pt x="1681" y="1342"/>
                  <a:pt x="1658" y="1310"/>
                  <a:pt x="1648" y="1275"/>
                </a:cubicBezTo>
                <a:cubicBezTo>
                  <a:pt x="1642" y="1259"/>
                  <a:pt x="1641" y="1242"/>
                  <a:pt x="1641" y="1227"/>
                </a:cubicBezTo>
                <a:cubicBezTo>
                  <a:pt x="1641" y="1214"/>
                  <a:pt x="1642" y="1202"/>
                  <a:pt x="1646" y="1191"/>
                </a:cubicBezTo>
                <a:cubicBezTo>
                  <a:pt x="1657" y="1154"/>
                  <a:pt x="1681" y="1121"/>
                  <a:pt x="1717" y="1100"/>
                </a:cubicBezTo>
                <a:lnTo>
                  <a:pt x="2233" y="802"/>
                </a:lnTo>
                <a:cubicBezTo>
                  <a:pt x="2305" y="760"/>
                  <a:pt x="2398" y="784"/>
                  <a:pt x="2441" y="858"/>
                </a:cubicBezTo>
                <a:cubicBezTo>
                  <a:pt x="2483" y="925"/>
                  <a:pt x="2457" y="1019"/>
                  <a:pt x="2384" y="1061"/>
                </a:cubicBezTo>
                <a:close/>
                <a:moveTo>
                  <a:pt x="2111" y="1869"/>
                </a:moveTo>
                <a:lnTo>
                  <a:pt x="1595" y="1571"/>
                </a:lnTo>
                <a:cubicBezTo>
                  <a:pt x="1567" y="1555"/>
                  <a:pt x="1537" y="1548"/>
                  <a:pt x="1507" y="1552"/>
                </a:cubicBezTo>
                <a:cubicBezTo>
                  <a:pt x="1428" y="1557"/>
                  <a:pt x="1366" y="1624"/>
                  <a:pt x="1366" y="1703"/>
                </a:cubicBezTo>
                <a:lnTo>
                  <a:pt x="1366" y="2299"/>
                </a:lnTo>
                <a:cubicBezTo>
                  <a:pt x="1366" y="2383"/>
                  <a:pt x="1435" y="2450"/>
                  <a:pt x="1517" y="2450"/>
                </a:cubicBezTo>
                <a:cubicBezTo>
                  <a:pt x="1602" y="2450"/>
                  <a:pt x="1669" y="2382"/>
                  <a:pt x="1669" y="2299"/>
                </a:cubicBezTo>
                <a:lnTo>
                  <a:pt x="1669" y="1964"/>
                </a:lnTo>
                <a:lnTo>
                  <a:pt x="1958" y="2131"/>
                </a:lnTo>
                <a:cubicBezTo>
                  <a:pt x="2030" y="2174"/>
                  <a:pt x="2124" y="2149"/>
                  <a:pt x="2166" y="2077"/>
                </a:cubicBezTo>
                <a:cubicBezTo>
                  <a:pt x="2208" y="2005"/>
                  <a:pt x="2183" y="1911"/>
                  <a:pt x="2111" y="1869"/>
                </a:cubicBezTo>
                <a:close/>
                <a:moveTo>
                  <a:pt x="1514" y="1284"/>
                </a:moveTo>
                <a:lnTo>
                  <a:pt x="1299" y="1499"/>
                </a:lnTo>
                <a:cubicBezTo>
                  <a:pt x="1294" y="1506"/>
                  <a:pt x="1281" y="1511"/>
                  <a:pt x="1272" y="1511"/>
                </a:cubicBezTo>
                <a:lnTo>
                  <a:pt x="1257" y="1511"/>
                </a:lnTo>
                <a:lnTo>
                  <a:pt x="1225" y="1511"/>
                </a:lnTo>
                <a:lnTo>
                  <a:pt x="1209" y="1511"/>
                </a:lnTo>
                <a:cubicBezTo>
                  <a:pt x="1200" y="1511"/>
                  <a:pt x="1188" y="1506"/>
                  <a:pt x="1183" y="1499"/>
                </a:cubicBezTo>
                <a:lnTo>
                  <a:pt x="968" y="1284"/>
                </a:lnTo>
                <a:cubicBezTo>
                  <a:pt x="962" y="1279"/>
                  <a:pt x="957" y="1266"/>
                  <a:pt x="957" y="1257"/>
                </a:cubicBezTo>
                <a:lnTo>
                  <a:pt x="957" y="1243"/>
                </a:lnTo>
                <a:lnTo>
                  <a:pt x="957" y="1211"/>
                </a:lnTo>
                <a:lnTo>
                  <a:pt x="957" y="1195"/>
                </a:lnTo>
                <a:cubicBezTo>
                  <a:pt x="957" y="1186"/>
                  <a:pt x="962" y="1174"/>
                  <a:pt x="968" y="1168"/>
                </a:cubicBezTo>
                <a:lnTo>
                  <a:pt x="1183" y="954"/>
                </a:lnTo>
                <a:cubicBezTo>
                  <a:pt x="1190" y="946"/>
                  <a:pt x="1200" y="943"/>
                  <a:pt x="1209" y="943"/>
                </a:cubicBezTo>
                <a:lnTo>
                  <a:pt x="1225" y="943"/>
                </a:lnTo>
                <a:lnTo>
                  <a:pt x="1257" y="943"/>
                </a:lnTo>
                <a:lnTo>
                  <a:pt x="1272" y="943"/>
                </a:lnTo>
                <a:cubicBezTo>
                  <a:pt x="1281" y="943"/>
                  <a:pt x="1294" y="948"/>
                  <a:pt x="1299" y="954"/>
                </a:cubicBezTo>
                <a:lnTo>
                  <a:pt x="1514" y="1168"/>
                </a:lnTo>
                <a:cubicBezTo>
                  <a:pt x="1519" y="1174"/>
                  <a:pt x="1524" y="1186"/>
                  <a:pt x="1524" y="1195"/>
                </a:cubicBezTo>
                <a:lnTo>
                  <a:pt x="1524" y="1211"/>
                </a:lnTo>
                <a:lnTo>
                  <a:pt x="1524" y="1243"/>
                </a:lnTo>
                <a:lnTo>
                  <a:pt x="1524" y="1257"/>
                </a:lnTo>
                <a:cubicBezTo>
                  <a:pt x="1526" y="1266"/>
                  <a:pt x="1521" y="1279"/>
                  <a:pt x="1514" y="1284"/>
                </a:cubicBezTo>
                <a:close/>
                <a:moveTo>
                  <a:pt x="1343" y="1227"/>
                </a:moveTo>
                <a:cubicBezTo>
                  <a:pt x="1343" y="1218"/>
                  <a:pt x="1338" y="1205"/>
                  <a:pt x="1332" y="1200"/>
                </a:cubicBezTo>
                <a:lnTo>
                  <a:pt x="1271" y="1139"/>
                </a:lnTo>
                <a:cubicBezTo>
                  <a:pt x="1265" y="1133"/>
                  <a:pt x="1253" y="1128"/>
                  <a:pt x="1244" y="1128"/>
                </a:cubicBezTo>
                <a:lnTo>
                  <a:pt x="1242" y="1128"/>
                </a:lnTo>
                <a:cubicBezTo>
                  <a:pt x="1234" y="1128"/>
                  <a:pt x="1221" y="1133"/>
                  <a:pt x="1216" y="1139"/>
                </a:cubicBezTo>
                <a:lnTo>
                  <a:pt x="1154" y="1200"/>
                </a:lnTo>
                <a:cubicBezTo>
                  <a:pt x="1147" y="1207"/>
                  <a:pt x="1144" y="1220"/>
                  <a:pt x="1144" y="1227"/>
                </a:cubicBezTo>
                <a:lnTo>
                  <a:pt x="1144" y="1228"/>
                </a:lnTo>
                <a:cubicBezTo>
                  <a:pt x="1144" y="1237"/>
                  <a:pt x="1149" y="1249"/>
                  <a:pt x="1154" y="1254"/>
                </a:cubicBezTo>
                <a:lnTo>
                  <a:pt x="1216" y="1316"/>
                </a:lnTo>
                <a:cubicBezTo>
                  <a:pt x="1221" y="1321"/>
                  <a:pt x="1234" y="1326"/>
                  <a:pt x="1242" y="1326"/>
                </a:cubicBezTo>
                <a:lnTo>
                  <a:pt x="1244" y="1326"/>
                </a:lnTo>
                <a:cubicBezTo>
                  <a:pt x="1253" y="1326"/>
                  <a:pt x="1265" y="1321"/>
                  <a:pt x="1271" y="1316"/>
                </a:cubicBezTo>
                <a:lnTo>
                  <a:pt x="1332" y="1254"/>
                </a:lnTo>
                <a:cubicBezTo>
                  <a:pt x="1338" y="1247"/>
                  <a:pt x="1343" y="1237"/>
                  <a:pt x="1343" y="1228"/>
                </a:cubicBezTo>
                <a:lnTo>
                  <a:pt x="1343" y="1227"/>
                </a:lnTo>
                <a:close/>
                <a:moveTo>
                  <a:pt x="370" y="583"/>
                </a:moveTo>
                <a:lnTo>
                  <a:pt x="887" y="881"/>
                </a:lnTo>
                <a:cubicBezTo>
                  <a:pt x="915" y="897"/>
                  <a:pt x="945" y="904"/>
                  <a:pt x="975" y="901"/>
                </a:cubicBezTo>
                <a:cubicBezTo>
                  <a:pt x="1054" y="895"/>
                  <a:pt x="1116" y="828"/>
                  <a:pt x="1116" y="749"/>
                </a:cubicBezTo>
                <a:lnTo>
                  <a:pt x="1116" y="152"/>
                </a:lnTo>
                <a:cubicBezTo>
                  <a:pt x="1116" y="67"/>
                  <a:pt x="1047" y="0"/>
                  <a:pt x="964" y="0"/>
                </a:cubicBezTo>
                <a:cubicBezTo>
                  <a:pt x="879" y="0"/>
                  <a:pt x="812" y="69"/>
                  <a:pt x="812" y="152"/>
                </a:cubicBezTo>
                <a:lnTo>
                  <a:pt x="812" y="487"/>
                </a:lnTo>
                <a:lnTo>
                  <a:pt x="523" y="319"/>
                </a:lnTo>
                <a:cubicBezTo>
                  <a:pt x="451" y="277"/>
                  <a:pt x="358" y="302"/>
                  <a:pt x="316" y="376"/>
                </a:cubicBezTo>
                <a:cubicBezTo>
                  <a:pt x="273" y="450"/>
                  <a:pt x="298" y="543"/>
                  <a:pt x="370" y="583"/>
                </a:cubicBezTo>
                <a:close/>
                <a:moveTo>
                  <a:pt x="1505" y="902"/>
                </a:moveTo>
                <a:cubicBezTo>
                  <a:pt x="1535" y="904"/>
                  <a:pt x="1565" y="899"/>
                  <a:pt x="1593" y="883"/>
                </a:cubicBezTo>
                <a:lnTo>
                  <a:pt x="2109" y="585"/>
                </a:lnTo>
                <a:cubicBezTo>
                  <a:pt x="2182" y="543"/>
                  <a:pt x="2206" y="450"/>
                  <a:pt x="2166" y="377"/>
                </a:cubicBezTo>
                <a:cubicBezTo>
                  <a:pt x="2124" y="305"/>
                  <a:pt x="2030" y="280"/>
                  <a:pt x="1958" y="321"/>
                </a:cubicBezTo>
                <a:lnTo>
                  <a:pt x="1669" y="488"/>
                </a:lnTo>
                <a:lnTo>
                  <a:pt x="1669" y="153"/>
                </a:lnTo>
                <a:cubicBezTo>
                  <a:pt x="1669" y="69"/>
                  <a:pt x="1600" y="2"/>
                  <a:pt x="1517" y="2"/>
                </a:cubicBezTo>
                <a:cubicBezTo>
                  <a:pt x="1433" y="2"/>
                  <a:pt x="1366" y="71"/>
                  <a:pt x="1366" y="153"/>
                </a:cubicBezTo>
                <a:lnTo>
                  <a:pt x="1366" y="751"/>
                </a:lnTo>
                <a:cubicBezTo>
                  <a:pt x="1366" y="830"/>
                  <a:pt x="1428" y="897"/>
                  <a:pt x="1505" y="902"/>
                </a:cubicBezTo>
                <a:close/>
                <a:moveTo>
                  <a:pt x="976" y="1550"/>
                </a:moveTo>
                <a:cubicBezTo>
                  <a:pt x="946" y="1548"/>
                  <a:pt x="916" y="1553"/>
                  <a:pt x="888" y="1569"/>
                </a:cubicBezTo>
                <a:lnTo>
                  <a:pt x="372" y="1867"/>
                </a:lnTo>
                <a:cubicBezTo>
                  <a:pt x="300" y="1909"/>
                  <a:pt x="275" y="2003"/>
                  <a:pt x="316" y="2075"/>
                </a:cubicBezTo>
                <a:cubicBezTo>
                  <a:pt x="358" y="2147"/>
                  <a:pt x="451" y="2172"/>
                  <a:pt x="523" y="2130"/>
                </a:cubicBezTo>
                <a:lnTo>
                  <a:pt x="812" y="1962"/>
                </a:lnTo>
                <a:lnTo>
                  <a:pt x="812" y="2297"/>
                </a:lnTo>
                <a:cubicBezTo>
                  <a:pt x="812" y="2382"/>
                  <a:pt x="881" y="2449"/>
                  <a:pt x="964" y="2449"/>
                </a:cubicBezTo>
                <a:cubicBezTo>
                  <a:pt x="1049" y="2449"/>
                  <a:pt x="1116" y="2380"/>
                  <a:pt x="1116" y="2297"/>
                </a:cubicBezTo>
                <a:lnTo>
                  <a:pt x="1116" y="1700"/>
                </a:lnTo>
                <a:cubicBezTo>
                  <a:pt x="1117" y="1622"/>
                  <a:pt x="1056" y="1557"/>
                  <a:pt x="976" y="1550"/>
                </a:cubicBezTo>
                <a:close/>
                <a:moveTo>
                  <a:pt x="835" y="1271"/>
                </a:moveTo>
                <a:cubicBezTo>
                  <a:pt x="841" y="1256"/>
                  <a:pt x="842" y="1239"/>
                  <a:pt x="842" y="1223"/>
                </a:cubicBezTo>
                <a:cubicBezTo>
                  <a:pt x="842" y="1211"/>
                  <a:pt x="841" y="1198"/>
                  <a:pt x="837" y="1188"/>
                </a:cubicBezTo>
                <a:cubicBezTo>
                  <a:pt x="827" y="1151"/>
                  <a:pt x="802" y="1117"/>
                  <a:pt x="767" y="1096"/>
                </a:cubicBezTo>
                <a:lnTo>
                  <a:pt x="250" y="797"/>
                </a:lnTo>
                <a:cubicBezTo>
                  <a:pt x="178" y="754"/>
                  <a:pt x="85" y="779"/>
                  <a:pt x="42" y="853"/>
                </a:cubicBezTo>
                <a:cubicBezTo>
                  <a:pt x="0" y="925"/>
                  <a:pt x="25" y="1019"/>
                  <a:pt x="99" y="1061"/>
                </a:cubicBezTo>
                <a:lnTo>
                  <a:pt x="388" y="1228"/>
                </a:lnTo>
                <a:lnTo>
                  <a:pt x="99" y="1395"/>
                </a:lnTo>
                <a:cubicBezTo>
                  <a:pt x="27" y="1437"/>
                  <a:pt x="2" y="1530"/>
                  <a:pt x="42" y="1603"/>
                </a:cubicBezTo>
                <a:cubicBezTo>
                  <a:pt x="85" y="1675"/>
                  <a:pt x="178" y="1700"/>
                  <a:pt x="250" y="1659"/>
                </a:cubicBezTo>
                <a:lnTo>
                  <a:pt x="767" y="1361"/>
                </a:lnTo>
                <a:cubicBezTo>
                  <a:pt x="802" y="1338"/>
                  <a:pt x="825" y="1307"/>
                  <a:pt x="835" y="1271"/>
                </a:cubicBezTo>
                <a:close/>
                <a:moveTo>
                  <a:pt x="7251" y="379"/>
                </a:moveTo>
                <a:lnTo>
                  <a:pt x="7237" y="379"/>
                </a:lnTo>
                <a:cubicBezTo>
                  <a:pt x="7235" y="379"/>
                  <a:pt x="7233" y="379"/>
                  <a:pt x="7231" y="379"/>
                </a:cubicBezTo>
                <a:cubicBezTo>
                  <a:pt x="7229" y="379"/>
                  <a:pt x="7228" y="379"/>
                  <a:pt x="7226" y="379"/>
                </a:cubicBezTo>
                <a:cubicBezTo>
                  <a:pt x="7189" y="379"/>
                  <a:pt x="7154" y="383"/>
                  <a:pt x="7120" y="395"/>
                </a:cubicBezTo>
                <a:cubicBezTo>
                  <a:pt x="7087" y="405"/>
                  <a:pt x="7057" y="423"/>
                  <a:pt x="7034" y="451"/>
                </a:cubicBezTo>
                <a:lnTo>
                  <a:pt x="7034" y="451"/>
                </a:lnTo>
                <a:lnTo>
                  <a:pt x="7034" y="451"/>
                </a:lnTo>
                <a:lnTo>
                  <a:pt x="7034" y="451"/>
                </a:lnTo>
                <a:cubicBezTo>
                  <a:pt x="7009" y="478"/>
                  <a:pt x="6993" y="511"/>
                  <a:pt x="6985" y="546"/>
                </a:cubicBezTo>
                <a:cubicBezTo>
                  <a:pt x="6974" y="583"/>
                  <a:pt x="6970" y="624"/>
                  <a:pt x="6970" y="672"/>
                </a:cubicBezTo>
                <a:lnTo>
                  <a:pt x="6970" y="763"/>
                </a:lnTo>
                <a:lnTo>
                  <a:pt x="6870" y="763"/>
                </a:lnTo>
                <a:cubicBezTo>
                  <a:pt x="6835" y="763"/>
                  <a:pt x="6807" y="791"/>
                  <a:pt x="6807" y="825"/>
                </a:cubicBezTo>
                <a:cubicBezTo>
                  <a:pt x="6807" y="842"/>
                  <a:pt x="6814" y="860"/>
                  <a:pt x="6824" y="872"/>
                </a:cubicBezTo>
                <a:cubicBezTo>
                  <a:pt x="6836" y="885"/>
                  <a:pt x="6852" y="892"/>
                  <a:pt x="6870" y="894"/>
                </a:cubicBezTo>
                <a:lnTo>
                  <a:pt x="6970" y="894"/>
                </a:lnTo>
                <a:lnTo>
                  <a:pt x="6970" y="1634"/>
                </a:lnTo>
                <a:lnTo>
                  <a:pt x="6970" y="1636"/>
                </a:lnTo>
                <a:cubicBezTo>
                  <a:pt x="6970" y="1654"/>
                  <a:pt x="6977" y="1670"/>
                  <a:pt x="6990" y="1682"/>
                </a:cubicBezTo>
                <a:cubicBezTo>
                  <a:pt x="7002" y="1693"/>
                  <a:pt x="7018" y="1700"/>
                  <a:pt x="7036" y="1700"/>
                </a:cubicBezTo>
                <a:cubicBezTo>
                  <a:pt x="7069" y="1700"/>
                  <a:pt x="7097" y="1671"/>
                  <a:pt x="7097" y="1636"/>
                </a:cubicBezTo>
                <a:lnTo>
                  <a:pt x="7097" y="894"/>
                </a:lnTo>
                <a:lnTo>
                  <a:pt x="7205" y="894"/>
                </a:lnTo>
                <a:cubicBezTo>
                  <a:pt x="7222" y="892"/>
                  <a:pt x="7238" y="885"/>
                  <a:pt x="7251" y="874"/>
                </a:cubicBezTo>
                <a:cubicBezTo>
                  <a:pt x="7263" y="862"/>
                  <a:pt x="7270" y="846"/>
                  <a:pt x="7270" y="828"/>
                </a:cubicBezTo>
                <a:lnTo>
                  <a:pt x="7270" y="827"/>
                </a:lnTo>
                <a:cubicBezTo>
                  <a:pt x="7270" y="793"/>
                  <a:pt x="7242" y="765"/>
                  <a:pt x="7207" y="765"/>
                </a:cubicBezTo>
                <a:lnTo>
                  <a:pt x="7097" y="765"/>
                </a:lnTo>
                <a:lnTo>
                  <a:pt x="7097" y="673"/>
                </a:lnTo>
                <a:cubicBezTo>
                  <a:pt x="7097" y="633"/>
                  <a:pt x="7103" y="603"/>
                  <a:pt x="7108" y="582"/>
                </a:cubicBezTo>
                <a:cubicBezTo>
                  <a:pt x="7113" y="561"/>
                  <a:pt x="7122" y="546"/>
                  <a:pt x="7129" y="538"/>
                </a:cubicBezTo>
                <a:cubicBezTo>
                  <a:pt x="7136" y="531"/>
                  <a:pt x="7145" y="524"/>
                  <a:pt x="7161" y="518"/>
                </a:cubicBezTo>
                <a:cubicBezTo>
                  <a:pt x="7177" y="513"/>
                  <a:pt x="7196" y="509"/>
                  <a:pt x="7224" y="509"/>
                </a:cubicBezTo>
                <a:lnTo>
                  <a:pt x="7228" y="509"/>
                </a:lnTo>
                <a:cubicBezTo>
                  <a:pt x="7229" y="509"/>
                  <a:pt x="7231" y="509"/>
                  <a:pt x="7233" y="509"/>
                </a:cubicBezTo>
                <a:cubicBezTo>
                  <a:pt x="7235" y="509"/>
                  <a:pt x="7237" y="509"/>
                  <a:pt x="7238" y="509"/>
                </a:cubicBezTo>
                <a:lnTo>
                  <a:pt x="7247" y="509"/>
                </a:lnTo>
                <a:lnTo>
                  <a:pt x="7252" y="509"/>
                </a:lnTo>
                <a:cubicBezTo>
                  <a:pt x="7288" y="509"/>
                  <a:pt x="7318" y="481"/>
                  <a:pt x="7318" y="444"/>
                </a:cubicBezTo>
                <a:cubicBezTo>
                  <a:pt x="7314" y="409"/>
                  <a:pt x="7286" y="379"/>
                  <a:pt x="7251" y="379"/>
                </a:cubicBezTo>
                <a:close/>
                <a:moveTo>
                  <a:pt x="9482" y="862"/>
                </a:moveTo>
                <a:cubicBezTo>
                  <a:pt x="9494" y="850"/>
                  <a:pt x="9501" y="832"/>
                  <a:pt x="9501" y="816"/>
                </a:cubicBezTo>
                <a:cubicBezTo>
                  <a:pt x="9501" y="800"/>
                  <a:pt x="9494" y="784"/>
                  <a:pt x="9482" y="772"/>
                </a:cubicBez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lnTo>
                  <a:pt x="9482" y="772"/>
                </a:lnTo>
                <a:cubicBezTo>
                  <a:pt x="9469" y="760"/>
                  <a:pt x="9454" y="753"/>
                  <a:pt x="9438" y="753"/>
                </a:cubicBezTo>
                <a:cubicBezTo>
                  <a:pt x="9423" y="753"/>
                  <a:pt x="9406" y="760"/>
                  <a:pt x="9393" y="772"/>
                </a:cubicBezTo>
                <a:lnTo>
                  <a:pt x="8895" y="1256"/>
                </a:lnTo>
                <a:lnTo>
                  <a:pt x="8895" y="441"/>
                </a:lnTo>
                <a:cubicBezTo>
                  <a:pt x="8895" y="405"/>
                  <a:pt x="8865" y="377"/>
                  <a:pt x="8830" y="377"/>
                </a:cubicBezTo>
                <a:cubicBezTo>
                  <a:pt x="8812" y="377"/>
                  <a:pt x="8796" y="384"/>
                  <a:pt x="8785" y="397"/>
                </a:cubicBezTo>
                <a:cubicBezTo>
                  <a:pt x="8775" y="407"/>
                  <a:pt x="8766" y="425"/>
                  <a:pt x="8766" y="441"/>
                </a:cubicBezTo>
                <a:lnTo>
                  <a:pt x="8766" y="1634"/>
                </a:lnTo>
                <a:cubicBezTo>
                  <a:pt x="8766" y="1652"/>
                  <a:pt x="8773" y="1668"/>
                  <a:pt x="8785" y="1679"/>
                </a:cubicBezTo>
                <a:cubicBezTo>
                  <a:pt x="8796" y="1689"/>
                  <a:pt x="8814" y="1698"/>
                  <a:pt x="8830" y="1698"/>
                </a:cubicBezTo>
                <a:cubicBezTo>
                  <a:pt x="8867" y="1698"/>
                  <a:pt x="8895" y="1670"/>
                  <a:pt x="8895" y="1634"/>
                </a:cubicBezTo>
                <a:lnTo>
                  <a:pt x="8895" y="1437"/>
                </a:lnTo>
                <a:lnTo>
                  <a:pt x="9057" y="1275"/>
                </a:lnTo>
                <a:lnTo>
                  <a:pt x="9388" y="1673"/>
                </a:lnTo>
                <a:cubicBezTo>
                  <a:pt x="9395" y="1682"/>
                  <a:pt x="9402" y="1690"/>
                  <a:pt x="9411" y="1693"/>
                </a:cubicBezTo>
                <a:cubicBezTo>
                  <a:pt x="9420" y="1697"/>
                  <a:pt x="9430" y="1698"/>
                  <a:pt x="9438" y="1698"/>
                </a:cubicBezTo>
                <a:cubicBezTo>
                  <a:pt x="9448" y="1698"/>
                  <a:pt x="9466" y="1696"/>
                  <a:pt x="9480" y="1684"/>
                </a:cubicBezTo>
                <a:lnTo>
                  <a:pt x="9480" y="1684"/>
                </a:lnTo>
                <a:lnTo>
                  <a:pt x="9480" y="1684"/>
                </a:lnTo>
                <a:cubicBezTo>
                  <a:pt x="9494" y="1671"/>
                  <a:pt x="9501" y="1654"/>
                  <a:pt x="9501" y="1636"/>
                </a:cubicBezTo>
                <a:cubicBezTo>
                  <a:pt x="9501" y="1622"/>
                  <a:pt x="9496" y="1606"/>
                  <a:pt x="9485" y="1594"/>
                </a:cubicBezTo>
                <a:lnTo>
                  <a:pt x="9485" y="1594"/>
                </a:lnTo>
                <a:lnTo>
                  <a:pt x="9149" y="1186"/>
                </a:lnTo>
                <a:lnTo>
                  <a:pt x="9482" y="862"/>
                </a:lnTo>
                <a:close/>
                <a:moveTo>
                  <a:pt x="8581" y="779"/>
                </a:moveTo>
                <a:cubicBezTo>
                  <a:pt x="8593" y="790"/>
                  <a:pt x="8600" y="807"/>
                  <a:pt x="8600" y="825"/>
                </a:cubicBezTo>
                <a:lnTo>
                  <a:pt x="8600" y="1633"/>
                </a:lnTo>
                <a:cubicBezTo>
                  <a:pt x="8600" y="1650"/>
                  <a:pt x="8593" y="1666"/>
                  <a:pt x="8581" y="1677"/>
                </a:cubicBezTo>
                <a:cubicBezTo>
                  <a:pt x="8569" y="1687"/>
                  <a:pt x="8553" y="1696"/>
                  <a:pt x="8537" y="1696"/>
                </a:cubicBezTo>
                <a:cubicBezTo>
                  <a:pt x="8519" y="1696"/>
                  <a:pt x="8504" y="1689"/>
                  <a:pt x="8493" y="1677"/>
                </a:cubicBezTo>
                <a:cubicBezTo>
                  <a:pt x="8481" y="1666"/>
                  <a:pt x="8474" y="1650"/>
                  <a:pt x="8474" y="1633"/>
                </a:cubicBezTo>
                <a:lnTo>
                  <a:pt x="8474" y="1553"/>
                </a:lnTo>
                <a:cubicBezTo>
                  <a:pt x="8394" y="1640"/>
                  <a:pt x="8281" y="1696"/>
                  <a:pt x="8156" y="1696"/>
                </a:cubicBezTo>
                <a:cubicBezTo>
                  <a:pt x="8033" y="1696"/>
                  <a:pt x="7920" y="1643"/>
                  <a:pt x="7841" y="1557"/>
                </a:cubicBezTo>
                <a:cubicBezTo>
                  <a:pt x="7760" y="1472"/>
                  <a:pt x="7712" y="1354"/>
                  <a:pt x="7712" y="1228"/>
                </a:cubicBezTo>
                <a:cubicBezTo>
                  <a:pt x="7712" y="1100"/>
                  <a:pt x="7762" y="983"/>
                  <a:pt x="7841" y="899"/>
                </a:cubicBezTo>
                <a:cubicBezTo>
                  <a:pt x="7920" y="814"/>
                  <a:pt x="8033" y="760"/>
                  <a:pt x="8156" y="760"/>
                </a:cubicBezTo>
                <a:cubicBezTo>
                  <a:pt x="8281" y="760"/>
                  <a:pt x="8394" y="814"/>
                  <a:pt x="8474" y="901"/>
                </a:cubicBezTo>
                <a:lnTo>
                  <a:pt x="8474" y="823"/>
                </a:lnTo>
                <a:cubicBezTo>
                  <a:pt x="8474" y="805"/>
                  <a:pt x="8481" y="790"/>
                  <a:pt x="8493" y="777"/>
                </a:cubicBezTo>
                <a:cubicBezTo>
                  <a:pt x="8505" y="767"/>
                  <a:pt x="8521" y="760"/>
                  <a:pt x="8537" y="760"/>
                </a:cubicBezTo>
                <a:cubicBezTo>
                  <a:pt x="8555" y="761"/>
                  <a:pt x="8570" y="768"/>
                  <a:pt x="8581" y="779"/>
                </a:cubicBezTo>
                <a:close/>
                <a:moveTo>
                  <a:pt x="8474" y="1230"/>
                </a:moveTo>
                <a:cubicBezTo>
                  <a:pt x="8474" y="1135"/>
                  <a:pt x="8437" y="1049"/>
                  <a:pt x="8380" y="987"/>
                </a:cubicBezTo>
                <a:cubicBezTo>
                  <a:pt x="8322" y="925"/>
                  <a:pt x="8243" y="888"/>
                  <a:pt x="8156" y="888"/>
                </a:cubicBezTo>
                <a:cubicBezTo>
                  <a:pt x="8070" y="888"/>
                  <a:pt x="7992" y="925"/>
                  <a:pt x="7933" y="987"/>
                </a:cubicBezTo>
                <a:cubicBezTo>
                  <a:pt x="7875" y="1049"/>
                  <a:pt x="7837" y="1135"/>
                  <a:pt x="7837" y="1230"/>
                </a:cubicBezTo>
                <a:cubicBezTo>
                  <a:pt x="7837" y="1324"/>
                  <a:pt x="7874" y="1411"/>
                  <a:pt x="7933" y="1472"/>
                </a:cubicBezTo>
                <a:cubicBezTo>
                  <a:pt x="7991" y="1534"/>
                  <a:pt x="8070" y="1571"/>
                  <a:pt x="8156" y="1571"/>
                </a:cubicBezTo>
                <a:cubicBezTo>
                  <a:pt x="8243" y="1571"/>
                  <a:pt x="8322" y="1534"/>
                  <a:pt x="8380" y="1472"/>
                </a:cubicBezTo>
                <a:cubicBezTo>
                  <a:pt x="8437" y="1409"/>
                  <a:pt x="8474" y="1324"/>
                  <a:pt x="8474" y="1230"/>
                </a:cubicBezTo>
                <a:close/>
                <a:moveTo>
                  <a:pt x="3348" y="1207"/>
                </a:moveTo>
                <a:cubicBezTo>
                  <a:pt x="3297" y="1183"/>
                  <a:pt x="3239" y="1165"/>
                  <a:pt x="3181" y="1146"/>
                </a:cubicBezTo>
                <a:cubicBezTo>
                  <a:pt x="3128" y="1128"/>
                  <a:pt x="3073" y="1112"/>
                  <a:pt x="3035" y="1091"/>
                </a:cubicBezTo>
                <a:cubicBezTo>
                  <a:pt x="3015" y="1080"/>
                  <a:pt x="2999" y="1070"/>
                  <a:pt x="2991" y="1057"/>
                </a:cubicBezTo>
                <a:cubicBezTo>
                  <a:pt x="2980" y="1045"/>
                  <a:pt x="2976" y="1033"/>
                  <a:pt x="2975" y="1015"/>
                </a:cubicBezTo>
                <a:cubicBezTo>
                  <a:pt x="2975" y="992"/>
                  <a:pt x="2982" y="973"/>
                  <a:pt x="2992" y="955"/>
                </a:cubicBezTo>
                <a:cubicBezTo>
                  <a:pt x="3010" y="931"/>
                  <a:pt x="3038" y="911"/>
                  <a:pt x="3072" y="899"/>
                </a:cubicBezTo>
                <a:cubicBezTo>
                  <a:pt x="3103" y="887"/>
                  <a:pt x="3137" y="879"/>
                  <a:pt x="3162" y="879"/>
                </a:cubicBezTo>
                <a:cubicBezTo>
                  <a:pt x="3234" y="879"/>
                  <a:pt x="3280" y="904"/>
                  <a:pt x="3315" y="929"/>
                </a:cubicBezTo>
                <a:cubicBezTo>
                  <a:pt x="3332" y="941"/>
                  <a:pt x="3347" y="954"/>
                  <a:pt x="3361" y="964"/>
                </a:cubicBezTo>
                <a:cubicBezTo>
                  <a:pt x="3368" y="969"/>
                  <a:pt x="3375" y="975"/>
                  <a:pt x="3382" y="978"/>
                </a:cubicBezTo>
                <a:cubicBezTo>
                  <a:pt x="3389" y="982"/>
                  <a:pt x="3398" y="985"/>
                  <a:pt x="3406" y="985"/>
                </a:cubicBezTo>
                <a:cubicBezTo>
                  <a:pt x="3412" y="985"/>
                  <a:pt x="3419" y="983"/>
                  <a:pt x="3424" y="982"/>
                </a:cubicBezTo>
                <a:cubicBezTo>
                  <a:pt x="3429" y="980"/>
                  <a:pt x="3435" y="976"/>
                  <a:pt x="3440" y="971"/>
                </a:cubicBezTo>
                <a:cubicBezTo>
                  <a:pt x="3445" y="968"/>
                  <a:pt x="3449" y="962"/>
                  <a:pt x="3452" y="955"/>
                </a:cubicBezTo>
                <a:cubicBezTo>
                  <a:pt x="3454" y="950"/>
                  <a:pt x="3456" y="943"/>
                  <a:pt x="3456" y="938"/>
                </a:cubicBezTo>
                <a:cubicBezTo>
                  <a:pt x="3456" y="927"/>
                  <a:pt x="3452" y="916"/>
                  <a:pt x="3447" y="906"/>
                </a:cubicBezTo>
                <a:cubicBezTo>
                  <a:pt x="3438" y="888"/>
                  <a:pt x="3422" y="872"/>
                  <a:pt x="3403" y="855"/>
                </a:cubicBezTo>
                <a:cubicBezTo>
                  <a:pt x="3375" y="830"/>
                  <a:pt x="3337" y="805"/>
                  <a:pt x="3297" y="788"/>
                </a:cubicBezTo>
                <a:cubicBezTo>
                  <a:pt x="3256" y="770"/>
                  <a:pt x="3214" y="758"/>
                  <a:pt x="3174" y="758"/>
                </a:cubicBezTo>
                <a:cubicBezTo>
                  <a:pt x="3079" y="758"/>
                  <a:pt x="3001" y="779"/>
                  <a:pt x="2943" y="820"/>
                </a:cubicBezTo>
                <a:cubicBezTo>
                  <a:pt x="2913" y="841"/>
                  <a:pt x="2887" y="864"/>
                  <a:pt x="2869" y="894"/>
                </a:cubicBezTo>
                <a:cubicBezTo>
                  <a:pt x="2850" y="925"/>
                  <a:pt x="2839" y="964"/>
                  <a:pt x="2839" y="1013"/>
                </a:cubicBezTo>
                <a:cubicBezTo>
                  <a:pt x="2839" y="1015"/>
                  <a:pt x="2839" y="1019"/>
                  <a:pt x="2839" y="1020"/>
                </a:cubicBezTo>
                <a:cubicBezTo>
                  <a:pt x="2839" y="1070"/>
                  <a:pt x="2855" y="1109"/>
                  <a:pt x="2880" y="1140"/>
                </a:cubicBezTo>
                <a:cubicBezTo>
                  <a:pt x="2917" y="1188"/>
                  <a:pt x="2973" y="1215"/>
                  <a:pt x="3028" y="1235"/>
                </a:cubicBezTo>
                <a:cubicBezTo>
                  <a:pt x="3082" y="1254"/>
                  <a:pt x="3137" y="1266"/>
                  <a:pt x="3170" y="1279"/>
                </a:cubicBezTo>
                <a:cubicBezTo>
                  <a:pt x="3218" y="1294"/>
                  <a:pt x="3271" y="1312"/>
                  <a:pt x="3308" y="1335"/>
                </a:cubicBezTo>
                <a:cubicBezTo>
                  <a:pt x="3327" y="1347"/>
                  <a:pt x="3341" y="1360"/>
                  <a:pt x="3352" y="1374"/>
                </a:cubicBezTo>
                <a:cubicBezTo>
                  <a:pt x="3362" y="1388"/>
                  <a:pt x="3368" y="1404"/>
                  <a:pt x="3368" y="1421"/>
                </a:cubicBezTo>
                <a:lnTo>
                  <a:pt x="3368" y="1423"/>
                </a:lnTo>
                <a:cubicBezTo>
                  <a:pt x="3368" y="1449"/>
                  <a:pt x="3359" y="1471"/>
                  <a:pt x="3347" y="1490"/>
                </a:cubicBezTo>
                <a:cubicBezTo>
                  <a:pt x="3327" y="1516"/>
                  <a:pt x="3294" y="1538"/>
                  <a:pt x="3258" y="1550"/>
                </a:cubicBezTo>
                <a:cubicBezTo>
                  <a:pt x="3223" y="1562"/>
                  <a:pt x="3188" y="1568"/>
                  <a:pt x="3163" y="1568"/>
                </a:cubicBezTo>
                <a:cubicBezTo>
                  <a:pt x="3080" y="1568"/>
                  <a:pt x="3026" y="1548"/>
                  <a:pt x="2985" y="1527"/>
                </a:cubicBezTo>
                <a:cubicBezTo>
                  <a:pt x="2966" y="1516"/>
                  <a:pt x="2948" y="1508"/>
                  <a:pt x="2934" y="1499"/>
                </a:cubicBezTo>
                <a:cubicBezTo>
                  <a:pt x="2927" y="1495"/>
                  <a:pt x="2920" y="1492"/>
                  <a:pt x="2913" y="1488"/>
                </a:cubicBezTo>
                <a:cubicBezTo>
                  <a:pt x="2906" y="1485"/>
                  <a:pt x="2899" y="1483"/>
                  <a:pt x="2890" y="1483"/>
                </a:cubicBezTo>
                <a:cubicBezTo>
                  <a:pt x="2885" y="1483"/>
                  <a:pt x="2880" y="1483"/>
                  <a:pt x="2874" y="1486"/>
                </a:cubicBezTo>
                <a:cubicBezTo>
                  <a:pt x="2869" y="1488"/>
                  <a:pt x="2864" y="1492"/>
                  <a:pt x="2860" y="1495"/>
                </a:cubicBezTo>
                <a:cubicBezTo>
                  <a:pt x="2855" y="1501"/>
                  <a:pt x="2850" y="1506"/>
                  <a:pt x="2846" y="1513"/>
                </a:cubicBezTo>
                <a:cubicBezTo>
                  <a:pt x="2843" y="1520"/>
                  <a:pt x="2841" y="1527"/>
                  <a:pt x="2841" y="1534"/>
                </a:cubicBezTo>
                <a:cubicBezTo>
                  <a:pt x="2841" y="1546"/>
                  <a:pt x="2846" y="1559"/>
                  <a:pt x="2851" y="1568"/>
                </a:cubicBezTo>
                <a:cubicBezTo>
                  <a:pt x="2862" y="1582"/>
                  <a:pt x="2878" y="1596"/>
                  <a:pt x="2895" y="1610"/>
                </a:cubicBezTo>
                <a:cubicBezTo>
                  <a:pt x="2915" y="1622"/>
                  <a:pt x="2938" y="1636"/>
                  <a:pt x="2966" y="1649"/>
                </a:cubicBezTo>
                <a:cubicBezTo>
                  <a:pt x="3026" y="1677"/>
                  <a:pt x="3103" y="1691"/>
                  <a:pt x="3162" y="1693"/>
                </a:cubicBezTo>
                <a:lnTo>
                  <a:pt x="3162" y="1693"/>
                </a:lnTo>
                <a:cubicBezTo>
                  <a:pt x="3253" y="1693"/>
                  <a:pt x="3331" y="1671"/>
                  <a:pt x="3398" y="1622"/>
                </a:cubicBezTo>
                <a:lnTo>
                  <a:pt x="3398" y="1622"/>
                </a:lnTo>
                <a:lnTo>
                  <a:pt x="3398" y="1622"/>
                </a:lnTo>
                <a:cubicBezTo>
                  <a:pt x="3463" y="1573"/>
                  <a:pt x="3503" y="1501"/>
                  <a:pt x="3503" y="1419"/>
                </a:cubicBezTo>
                <a:cubicBezTo>
                  <a:pt x="3503" y="1375"/>
                  <a:pt x="3493" y="1337"/>
                  <a:pt x="3475" y="1305"/>
                </a:cubicBezTo>
                <a:cubicBezTo>
                  <a:pt x="3445" y="1261"/>
                  <a:pt x="3399" y="1232"/>
                  <a:pt x="3348" y="1207"/>
                </a:cubicBezTo>
                <a:close/>
                <a:moveTo>
                  <a:pt x="7513" y="377"/>
                </a:moveTo>
                <a:cubicBezTo>
                  <a:pt x="7496" y="377"/>
                  <a:pt x="7480" y="384"/>
                  <a:pt x="7469" y="397"/>
                </a:cubicBezTo>
                <a:cubicBezTo>
                  <a:pt x="7457" y="407"/>
                  <a:pt x="7450" y="425"/>
                  <a:pt x="7450" y="441"/>
                </a:cubicBezTo>
                <a:lnTo>
                  <a:pt x="7450" y="1634"/>
                </a:lnTo>
                <a:cubicBezTo>
                  <a:pt x="7450" y="1652"/>
                  <a:pt x="7457" y="1668"/>
                  <a:pt x="7469" y="1679"/>
                </a:cubicBezTo>
                <a:cubicBezTo>
                  <a:pt x="7481" y="1689"/>
                  <a:pt x="7497" y="1698"/>
                  <a:pt x="7513" y="1698"/>
                </a:cubicBezTo>
                <a:cubicBezTo>
                  <a:pt x="7550" y="1698"/>
                  <a:pt x="7578" y="1670"/>
                  <a:pt x="7578" y="1634"/>
                </a:cubicBezTo>
                <a:lnTo>
                  <a:pt x="7578" y="441"/>
                </a:lnTo>
                <a:cubicBezTo>
                  <a:pt x="7578" y="405"/>
                  <a:pt x="7548" y="377"/>
                  <a:pt x="7513" y="377"/>
                </a:cubicBezTo>
                <a:close/>
                <a:moveTo>
                  <a:pt x="10445" y="1200"/>
                </a:moveTo>
                <a:lnTo>
                  <a:pt x="10445" y="1207"/>
                </a:lnTo>
                <a:cubicBezTo>
                  <a:pt x="10445" y="1225"/>
                  <a:pt x="10438" y="1241"/>
                  <a:pt x="10426" y="1250"/>
                </a:cubicBezTo>
                <a:cubicBezTo>
                  <a:pt x="10414" y="1261"/>
                  <a:pt x="10398" y="1266"/>
                  <a:pt x="10382" y="1266"/>
                </a:cubicBezTo>
                <a:lnTo>
                  <a:pt x="9667" y="1266"/>
                </a:lnTo>
                <a:cubicBezTo>
                  <a:pt x="9684" y="1441"/>
                  <a:pt x="9823" y="1569"/>
                  <a:pt x="9991" y="1571"/>
                </a:cubicBezTo>
                <a:lnTo>
                  <a:pt x="10033" y="1571"/>
                </a:lnTo>
                <a:cubicBezTo>
                  <a:pt x="10088" y="1571"/>
                  <a:pt x="10142" y="1552"/>
                  <a:pt x="10188" y="1520"/>
                </a:cubicBezTo>
                <a:cubicBezTo>
                  <a:pt x="10236" y="1488"/>
                  <a:pt x="10276" y="1446"/>
                  <a:pt x="10305" y="1397"/>
                </a:cubicBezTo>
                <a:cubicBezTo>
                  <a:pt x="10310" y="1386"/>
                  <a:pt x="10319" y="1380"/>
                  <a:pt x="10327" y="1374"/>
                </a:cubicBezTo>
                <a:cubicBezTo>
                  <a:pt x="10336" y="1369"/>
                  <a:pt x="10347" y="1367"/>
                  <a:pt x="10357" y="1367"/>
                </a:cubicBezTo>
                <a:cubicBezTo>
                  <a:pt x="10368" y="1367"/>
                  <a:pt x="10380" y="1370"/>
                  <a:pt x="10389" y="1375"/>
                </a:cubicBezTo>
                <a:lnTo>
                  <a:pt x="10389" y="1375"/>
                </a:lnTo>
                <a:lnTo>
                  <a:pt x="10389" y="1375"/>
                </a:lnTo>
                <a:cubicBezTo>
                  <a:pt x="10407" y="1388"/>
                  <a:pt x="10419" y="1409"/>
                  <a:pt x="10419" y="1430"/>
                </a:cubicBezTo>
                <a:cubicBezTo>
                  <a:pt x="10419" y="1441"/>
                  <a:pt x="10416" y="1453"/>
                  <a:pt x="10410" y="1464"/>
                </a:cubicBezTo>
                <a:lnTo>
                  <a:pt x="10410" y="1464"/>
                </a:lnTo>
                <a:lnTo>
                  <a:pt x="10410" y="1464"/>
                </a:lnTo>
                <a:cubicBezTo>
                  <a:pt x="10370" y="1527"/>
                  <a:pt x="10315" y="1585"/>
                  <a:pt x="10252" y="1627"/>
                </a:cubicBezTo>
                <a:cubicBezTo>
                  <a:pt x="10186" y="1670"/>
                  <a:pt x="10112" y="1696"/>
                  <a:pt x="10031" y="1696"/>
                </a:cubicBezTo>
                <a:lnTo>
                  <a:pt x="9989" y="1696"/>
                </a:lnTo>
                <a:cubicBezTo>
                  <a:pt x="9864" y="1696"/>
                  <a:pt x="9749" y="1642"/>
                  <a:pt x="9668" y="1557"/>
                </a:cubicBezTo>
                <a:cubicBezTo>
                  <a:pt x="9587" y="1472"/>
                  <a:pt x="9536" y="1356"/>
                  <a:pt x="9536" y="1230"/>
                </a:cubicBezTo>
                <a:cubicBezTo>
                  <a:pt x="9536" y="1100"/>
                  <a:pt x="9587" y="983"/>
                  <a:pt x="9668" y="897"/>
                </a:cubicBezTo>
                <a:cubicBezTo>
                  <a:pt x="9751" y="813"/>
                  <a:pt x="9864" y="760"/>
                  <a:pt x="9991" y="760"/>
                </a:cubicBezTo>
                <a:cubicBezTo>
                  <a:pt x="10112" y="760"/>
                  <a:pt x="10220" y="807"/>
                  <a:pt x="10301" y="887"/>
                </a:cubicBezTo>
                <a:cubicBezTo>
                  <a:pt x="10382" y="966"/>
                  <a:pt x="10435" y="1075"/>
                  <a:pt x="10445" y="1200"/>
                </a:cubicBezTo>
                <a:close/>
                <a:moveTo>
                  <a:pt x="10305" y="1139"/>
                </a:moveTo>
                <a:cubicBezTo>
                  <a:pt x="10268" y="992"/>
                  <a:pt x="10139" y="887"/>
                  <a:pt x="9993" y="887"/>
                </a:cubicBezTo>
                <a:cubicBezTo>
                  <a:pt x="9841" y="887"/>
                  <a:pt x="9714" y="989"/>
                  <a:pt x="9675" y="1139"/>
                </a:cubicBezTo>
                <a:lnTo>
                  <a:pt x="10305" y="1139"/>
                </a:lnTo>
                <a:close/>
                <a:moveTo>
                  <a:pt x="4027" y="763"/>
                </a:moveTo>
                <a:cubicBezTo>
                  <a:pt x="3926" y="763"/>
                  <a:pt x="3836" y="802"/>
                  <a:pt x="3768" y="864"/>
                </a:cubicBezTo>
                <a:lnTo>
                  <a:pt x="3768" y="827"/>
                </a:lnTo>
                <a:cubicBezTo>
                  <a:pt x="3768" y="809"/>
                  <a:pt x="3761" y="793"/>
                  <a:pt x="3750" y="783"/>
                </a:cubicBezTo>
                <a:cubicBezTo>
                  <a:pt x="3740" y="770"/>
                  <a:pt x="3724" y="763"/>
                  <a:pt x="3706" y="763"/>
                </a:cubicBezTo>
                <a:cubicBezTo>
                  <a:pt x="3688" y="763"/>
                  <a:pt x="3670" y="770"/>
                  <a:pt x="3660" y="783"/>
                </a:cubicBezTo>
                <a:cubicBezTo>
                  <a:pt x="3649" y="795"/>
                  <a:pt x="3643" y="811"/>
                  <a:pt x="3643" y="827"/>
                </a:cubicBezTo>
                <a:lnTo>
                  <a:pt x="3643" y="1652"/>
                </a:lnTo>
                <a:lnTo>
                  <a:pt x="3644" y="1654"/>
                </a:lnTo>
                <a:lnTo>
                  <a:pt x="3644" y="1654"/>
                </a:lnTo>
                <a:cubicBezTo>
                  <a:pt x="3644" y="1657"/>
                  <a:pt x="3646" y="1659"/>
                  <a:pt x="3648" y="1663"/>
                </a:cubicBezTo>
                <a:cubicBezTo>
                  <a:pt x="3657" y="1679"/>
                  <a:pt x="3671" y="1689"/>
                  <a:pt x="3688" y="1694"/>
                </a:cubicBezTo>
                <a:lnTo>
                  <a:pt x="3690" y="1694"/>
                </a:lnTo>
                <a:lnTo>
                  <a:pt x="3704" y="1694"/>
                </a:lnTo>
                <a:cubicBezTo>
                  <a:pt x="3713" y="1694"/>
                  <a:pt x="3722" y="1693"/>
                  <a:pt x="3731" y="1689"/>
                </a:cubicBezTo>
                <a:cubicBezTo>
                  <a:pt x="3738" y="1686"/>
                  <a:pt x="3745" y="1680"/>
                  <a:pt x="3750" y="1673"/>
                </a:cubicBezTo>
                <a:lnTo>
                  <a:pt x="3750" y="1673"/>
                </a:lnTo>
                <a:cubicBezTo>
                  <a:pt x="3750" y="1673"/>
                  <a:pt x="3750" y="1671"/>
                  <a:pt x="3752" y="1671"/>
                </a:cubicBezTo>
                <a:lnTo>
                  <a:pt x="3752" y="1671"/>
                </a:lnTo>
                <a:cubicBezTo>
                  <a:pt x="3755" y="1668"/>
                  <a:pt x="3759" y="1663"/>
                  <a:pt x="3761" y="1659"/>
                </a:cubicBezTo>
                <a:cubicBezTo>
                  <a:pt x="3762" y="1654"/>
                  <a:pt x="3764" y="1650"/>
                  <a:pt x="3764" y="1645"/>
                </a:cubicBezTo>
                <a:lnTo>
                  <a:pt x="3764" y="1643"/>
                </a:lnTo>
                <a:lnTo>
                  <a:pt x="3764" y="1147"/>
                </a:lnTo>
                <a:cubicBezTo>
                  <a:pt x="3766" y="1077"/>
                  <a:pt x="3796" y="1012"/>
                  <a:pt x="3842" y="966"/>
                </a:cubicBezTo>
                <a:cubicBezTo>
                  <a:pt x="3888" y="920"/>
                  <a:pt x="3953" y="890"/>
                  <a:pt x="4023" y="890"/>
                </a:cubicBezTo>
                <a:cubicBezTo>
                  <a:pt x="4095" y="890"/>
                  <a:pt x="4159" y="918"/>
                  <a:pt x="4205" y="966"/>
                </a:cubicBezTo>
                <a:cubicBezTo>
                  <a:pt x="4251" y="1012"/>
                  <a:pt x="4279" y="1077"/>
                  <a:pt x="4279" y="1147"/>
                </a:cubicBezTo>
                <a:lnTo>
                  <a:pt x="4279" y="1634"/>
                </a:lnTo>
                <a:cubicBezTo>
                  <a:pt x="4279" y="1652"/>
                  <a:pt x="4286" y="1668"/>
                  <a:pt x="4298" y="1680"/>
                </a:cubicBezTo>
                <a:cubicBezTo>
                  <a:pt x="4310" y="1691"/>
                  <a:pt x="4326" y="1698"/>
                  <a:pt x="4342" y="1698"/>
                </a:cubicBezTo>
                <a:cubicBezTo>
                  <a:pt x="4360" y="1698"/>
                  <a:pt x="4376" y="1691"/>
                  <a:pt x="4386" y="1680"/>
                </a:cubicBezTo>
                <a:cubicBezTo>
                  <a:pt x="4399" y="1670"/>
                  <a:pt x="4406" y="1652"/>
                  <a:pt x="4406" y="1634"/>
                </a:cubicBezTo>
                <a:lnTo>
                  <a:pt x="4406" y="1147"/>
                </a:lnTo>
                <a:cubicBezTo>
                  <a:pt x="4413" y="936"/>
                  <a:pt x="4240" y="763"/>
                  <a:pt x="4027" y="763"/>
                </a:cubicBezTo>
                <a:close/>
                <a:moveTo>
                  <a:pt x="5294" y="901"/>
                </a:moveTo>
                <a:cubicBezTo>
                  <a:pt x="5375" y="985"/>
                  <a:pt x="5421" y="1103"/>
                  <a:pt x="5423" y="1230"/>
                </a:cubicBezTo>
                <a:cubicBezTo>
                  <a:pt x="5423" y="1356"/>
                  <a:pt x="5375" y="1472"/>
                  <a:pt x="5294" y="1559"/>
                </a:cubicBezTo>
                <a:cubicBezTo>
                  <a:pt x="5214" y="1643"/>
                  <a:pt x="5101" y="1698"/>
                  <a:pt x="4978" y="1698"/>
                </a:cubicBezTo>
                <a:cubicBezTo>
                  <a:pt x="4854" y="1698"/>
                  <a:pt x="4744" y="1644"/>
                  <a:pt x="4663" y="1559"/>
                </a:cubicBezTo>
                <a:cubicBezTo>
                  <a:pt x="4582" y="1475"/>
                  <a:pt x="4533" y="1356"/>
                  <a:pt x="4533" y="1230"/>
                </a:cubicBezTo>
                <a:cubicBezTo>
                  <a:pt x="4533" y="1103"/>
                  <a:pt x="4582" y="987"/>
                  <a:pt x="4663" y="901"/>
                </a:cubicBezTo>
                <a:cubicBezTo>
                  <a:pt x="4742" y="816"/>
                  <a:pt x="4855" y="761"/>
                  <a:pt x="4978" y="761"/>
                </a:cubicBezTo>
                <a:cubicBezTo>
                  <a:pt x="5103" y="761"/>
                  <a:pt x="5214" y="816"/>
                  <a:pt x="5294" y="901"/>
                </a:cubicBezTo>
                <a:close/>
                <a:moveTo>
                  <a:pt x="5296" y="1230"/>
                </a:moveTo>
                <a:cubicBezTo>
                  <a:pt x="5296" y="1135"/>
                  <a:pt x="5258" y="1049"/>
                  <a:pt x="5200" y="987"/>
                </a:cubicBezTo>
                <a:cubicBezTo>
                  <a:pt x="5141" y="925"/>
                  <a:pt x="5063" y="887"/>
                  <a:pt x="4978" y="887"/>
                </a:cubicBezTo>
                <a:cubicBezTo>
                  <a:pt x="4892" y="887"/>
                  <a:pt x="4813" y="925"/>
                  <a:pt x="4755" y="987"/>
                </a:cubicBezTo>
                <a:cubicBezTo>
                  <a:pt x="4696" y="1049"/>
                  <a:pt x="4659" y="1135"/>
                  <a:pt x="4659" y="1230"/>
                </a:cubicBezTo>
                <a:cubicBezTo>
                  <a:pt x="4659" y="1324"/>
                  <a:pt x="4696" y="1410"/>
                  <a:pt x="4755" y="1471"/>
                </a:cubicBezTo>
                <a:cubicBezTo>
                  <a:pt x="4813" y="1533"/>
                  <a:pt x="4892" y="1569"/>
                  <a:pt x="4978" y="1569"/>
                </a:cubicBezTo>
                <a:cubicBezTo>
                  <a:pt x="5065" y="1569"/>
                  <a:pt x="5144" y="1532"/>
                  <a:pt x="5200" y="1471"/>
                </a:cubicBezTo>
                <a:cubicBezTo>
                  <a:pt x="5259" y="1409"/>
                  <a:pt x="5296" y="1324"/>
                  <a:pt x="5296" y="1230"/>
                </a:cubicBezTo>
                <a:close/>
                <a:moveTo>
                  <a:pt x="6671" y="768"/>
                </a:moveTo>
                <a:lnTo>
                  <a:pt x="6671" y="768"/>
                </a:lnTo>
                <a:cubicBezTo>
                  <a:pt x="6669" y="768"/>
                  <a:pt x="6669" y="768"/>
                  <a:pt x="6671" y="768"/>
                </a:cubicBezTo>
                <a:cubicBezTo>
                  <a:pt x="6662" y="765"/>
                  <a:pt x="6655" y="763"/>
                  <a:pt x="6648" y="763"/>
                </a:cubicBezTo>
                <a:cubicBezTo>
                  <a:pt x="6636" y="763"/>
                  <a:pt x="6624" y="767"/>
                  <a:pt x="6613" y="774"/>
                </a:cubicBezTo>
                <a:cubicBezTo>
                  <a:pt x="6603" y="781"/>
                  <a:pt x="6593" y="790"/>
                  <a:pt x="6588" y="802"/>
                </a:cubicBezTo>
                <a:lnTo>
                  <a:pt x="6588" y="802"/>
                </a:lnTo>
                <a:lnTo>
                  <a:pt x="6345" y="1467"/>
                </a:lnTo>
                <a:lnTo>
                  <a:pt x="6158" y="1022"/>
                </a:lnTo>
                <a:lnTo>
                  <a:pt x="6158" y="1022"/>
                </a:lnTo>
                <a:cubicBezTo>
                  <a:pt x="6153" y="1010"/>
                  <a:pt x="6144" y="999"/>
                  <a:pt x="6133" y="994"/>
                </a:cubicBezTo>
                <a:cubicBezTo>
                  <a:pt x="6123" y="987"/>
                  <a:pt x="6110" y="983"/>
                  <a:pt x="6096" y="983"/>
                </a:cubicBezTo>
                <a:cubicBezTo>
                  <a:pt x="6084" y="983"/>
                  <a:pt x="6072" y="987"/>
                  <a:pt x="6061" y="994"/>
                </a:cubicBezTo>
                <a:cubicBezTo>
                  <a:pt x="6051" y="1001"/>
                  <a:pt x="6042" y="1010"/>
                  <a:pt x="6036" y="1022"/>
                </a:cubicBezTo>
                <a:lnTo>
                  <a:pt x="6036" y="1022"/>
                </a:lnTo>
                <a:lnTo>
                  <a:pt x="5848" y="1467"/>
                </a:lnTo>
                <a:lnTo>
                  <a:pt x="5603" y="802"/>
                </a:lnTo>
                <a:lnTo>
                  <a:pt x="5603" y="802"/>
                </a:lnTo>
                <a:cubicBezTo>
                  <a:pt x="5599" y="790"/>
                  <a:pt x="5591" y="779"/>
                  <a:pt x="5580" y="772"/>
                </a:cubicBezTo>
                <a:cubicBezTo>
                  <a:pt x="5569" y="765"/>
                  <a:pt x="5557" y="761"/>
                  <a:pt x="5545" y="761"/>
                </a:cubicBezTo>
                <a:cubicBezTo>
                  <a:pt x="5536" y="761"/>
                  <a:pt x="5529" y="763"/>
                  <a:pt x="5520" y="767"/>
                </a:cubicBezTo>
                <a:lnTo>
                  <a:pt x="5520" y="767"/>
                </a:lnTo>
                <a:lnTo>
                  <a:pt x="5520" y="767"/>
                </a:lnTo>
                <a:cubicBezTo>
                  <a:pt x="5497" y="777"/>
                  <a:pt x="5483" y="800"/>
                  <a:pt x="5483" y="825"/>
                </a:cubicBezTo>
                <a:cubicBezTo>
                  <a:pt x="5483" y="832"/>
                  <a:pt x="5485" y="841"/>
                  <a:pt x="5488" y="848"/>
                </a:cubicBezTo>
                <a:lnTo>
                  <a:pt x="5488" y="848"/>
                </a:lnTo>
                <a:lnTo>
                  <a:pt x="5790" y="1654"/>
                </a:lnTo>
                <a:lnTo>
                  <a:pt x="5790" y="1654"/>
                </a:lnTo>
                <a:cubicBezTo>
                  <a:pt x="5791" y="1659"/>
                  <a:pt x="5795" y="1666"/>
                  <a:pt x="5800" y="1671"/>
                </a:cubicBezTo>
                <a:cubicBezTo>
                  <a:pt x="5804" y="1675"/>
                  <a:pt x="5809" y="1679"/>
                  <a:pt x="5814" y="1682"/>
                </a:cubicBezTo>
                <a:cubicBezTo>
                  <a:pt x="5816" y="1684"/>
                  <a:pt x="5816" y="1684"/>
                  <a:pt x="5820" y="1686"/>
                </a:cubicBezTo>
                <a:cubicBezTo>
                  <a:pt x="5821" y="1687"/>
                  <a:pt x="5825" y="1687"/>
                  <a:pt x="5829" y="1689"/>
                </a:cubicBezTo>
                <a:cubicBezTo>
                  <a:pt x="5834" y="1691"/>
                  <a:pt x="5841" y="1693"/>
                  <a:pt x="5850" y="1693"/>
                </a:cubicBezTo>
                <a:cubicBezTo>
                  <a:pt x="5862" y="1693"/>
                  <a:pt x="5873" y="1689"/>
                  <a:pt x="5883" y="1682"/>
                </a:cubicBezTo>
                <a:cubicBezTo>
                  <a:pt x="5892" y="1675"/>
                  <a:pt x="5901" y="1666"/>
                  <a:pt x="5906" y="1654"/>
                </a:cubicBezTo>
                <a:lnTo>
                  <a:pt x="5906" y="1654"/>
                </a:lnTo>
                <a:lnTo>
                  <a:pt x="6096" y="1200"/>
                </a:lnTo>
                <a:lnTo>
                  <a:pt x="6287" y="1652"/>
                </a:lnTo>
                <a:lnTo>
                  <a:pt x="6287" y="1652"/>
                </a:lnTo>
                <a:cubicBezTo>
                  <a:pt x="6290" y="1664"/>
                  <a:pt x="6299" y="1673"/>
                  <a:pt x="6308" y="1680"/>
                </a:cubicBezTo>
                <a:cubicBezTo>
                  <a:pt x="6317" y="1687"/>
                  <a:pt x="6327" y="1693"/>
                  <a:pt x="6340" y="1693"/>
                </a:cubicBezTo>
                <a:lnTo>
                  <a:pt x="6348" y="1693"/>
                </a:lnTo>
                <a:cubicBezTo>
                  <a:pt x="6355" y="1693"/>
                  <a:pt x="6364" y="1691"/>
                  <a:pt x="6370" y="1689"/>
                </a:cubicBezTo>
                <a:cubicBezTo>
                  <a:pt x="6377" y="1687"/>
                  <a:pt x="6382" y="1684"/>
                  <a:pt x="6385" y="1680"/>
                </a:cubicBezTo>
                <a:cubicBezTo>
                  <a:pt x="6396" y="1673"/>
                  <a:pt x="6403" y="1661"/>
                  <a:pt x="6408" y="1650"/>
                </a:cubicBezTo>
                <a:lnTo>
                  <a:pt x="6408" y="1650"/>
                </a:lnTo>
                <a:lnTo>
                  <a:pt x="6708" y="848"/>
                </a:lnTo>
                <a:cubicBezTo>
                  <a:pt x="6711" y="841"/>
                  <a:pt x="6713" y="832"/>
                  <a:pt x="6713" y="825"/>
                </a:cubicBezTo>
                <a:cubicBezTo>
                  <a:pt x="6708" y="802"/>
                  <a:pt x="6694" y="779"/>
                  <a:pt x="6671" y="768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13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60" name="Google Shape;260;p30"/>
          <p:cNvSpPr txBox="1">
            <a:spLocks noGrp="1"/>
          </p:cNvSpPr>
          <p:nvPr>
            <p:ph type="body" idx="1"/>
          </p:nvPr>
        </p:nvSpPr>
        <p:spPr>
          <a:xfrm>
            <a:off x="365750" y="2515133"/>
            <a:ext cx="7484400" cy="180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457200" marR="0" lvl="0" indent="-228600" algn="l" rtl="0">
              <a:lnSpc>
                <a:spcPct val="7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5200"/>
              <a:buNone/>
              <a:defRPr sz="5200" b="1">
                <a:solidFill>
                  <a:schemeClr val="lt1"/>
                </a:solidFill>
              </a:defRPr>
            </a:lvl1pPr>
            <a:lvl2pPr marL="914400" lvl="1" indent="-3429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2pPr>
            <a:lvl3pPr marL="1371600" lvl="2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3pPr>
            <a:lvl4pPr marL="1828800" lvl="3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4pPr>
            <a:lvl5pPr marL="2286000" lvl="4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5pPr>
            <a:lvl6pPr marL="2743200" lvl="5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6pPr>
            <a:lvl7pPr marL="3200400" lvl="6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7pPr>
            <a:lvl8pPr marL="3657600" lvl="7" indent="-342900" rtl="0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8pPr>
            <a:lvl9pPr marL="4114800" lvl="8" indent="-342900" rtl="0">
              <a:lnSpc>
                <a:spcPct val="10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800"/>
              <a:buChar char="•"/>
              <a:defRPr>
                <a:solidFill>
                  <a:schemeClr val="lt1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1" name="Google Shape;261;p30"/>
          <p:cNvSpPr/>
          <p:nvPr/>
        </p:nvSpPr>
        <p:spPr>
          <a:xfrm>
            <a:off x="457202" y="6486144"/>
            <a:ext cx="1708500" cy="12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© </a:t>
            </a:r>
            <a:r>
              <a:rPr lang="en" sz="600">
                <a:solidFill>
                  <a:schemeClr val="lt1"/>
                </a:solidFill>
              </a:rPr>
              <a:t>2025</a:t>
            </a:r>
            <a:r>
              <a:rPr lang="en" sz="600" b="0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 Snowflake Inc. All Rights Reserved</a:t>
            </a:r>
            <a:endParaRPr sz="600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262" name="Google Shape;262;p30"/>
          <p:cNvGrpSpPr/>
          <p:nvPr/>
        </p:nvGrpSpPr>
        <p:grpSpPr>
          <a:xfrm>
            <a:off x="-10" y="5027252"/>
            <a:ext cx="9143997" cy="1828752"/>
            <a:chOff x="-10" y="3735321"/>
            <a:chExt cx="9139427" cy="1408177"/>
          </a:xfrm>
        </p:grpSpPr>
        <p:pic>
          <p:nvPicPr>
            <p:cNvPr id="263" name="Google Shape;263;p30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-10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4" name="Google Shape;264;p30"/>
            <p:cNvPicPr preferRelativeResize="0"/>
            <p:nvPr/>
          </p:nvPicPr>
          <p:blipFill rotWithShape="1">
            <a:blip r:embed="rId3">
              <a:alphaModFix/>
            </a:blip>
            <a:srcRect t="139" b="139"/>
            <a:stretch/>
          </p:blipFill>
          <p:spPr>
            <a:xfrm>
              <a:off x="304951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265" name="Google Shape;265;p30"/>
            <p:cNvPicPr preferRelativeResize="0"/>
            <p:nvPr/>
          </p:nvPicPr>
          <p:blipFill rotWithShape="1">
            <a:blip r:embed="rId4">
              <a:alphaModFix/>
            </a:blip>
            <a:srcRect t="139" b="139"/>
            <a:stretch/>
          </p:blipFill>
          <p:spPr>
            <a:xfrm>
              <a:off x="6094465" y="3735321"/>
              <a:ext cx="3044952" cy="1408177"/>
            </a:xfrm>
            <a:prstGeom prst="rect">
              <a:avLst/>
            </a:prstGeom>
            <a:noFill/>
            <a:ln>
              <a:noFill/>
            </a:ln>
          </p:spPr>
        </p:pic>
      </p:grpSp>
    </p:spTree>
    <p:extLst>
      <p:ext uri="{BB962C8B-B14F-4D97-AF65-F5344CB8AC3E}">
        <p14:creationId xmlns:p14="http://schemas.microsoft.com/office/powerpoint/2010/main" val="3079165610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25968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1/13/2026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67932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66550" y="365764"/>
            <a:ext cx="8348400" cy="5247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R="0" lvl="0" rtl="0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None/>
              <a:defRPr sz="2600" b="1" i="0" u="none" strike="noStrike" cap="none">
                <a:solidFill>
                  <a:schemeClr val="dk1"/>
                </a:solidFill>
              </a:defRPr>
            </a:lvl1pPr>
            <a:lvl2pPr lvl="1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2pPr>
            <a:lvl3pPr lvl="2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3pPr>
            <a:lvl4pPr lvl="3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4pPr>
            <a:lvl5pPr lvl="4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5pPr>
            <a:lvl6pPr lvl="5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6pPr>
            <a:lvl7pPr lvl="6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7pPr>
            <a:lvl8pPr lvl="7" rtl="0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800" b="1"/>
            </a:lvl8pPr>
            <a:lvl9pPr lvl="8" rtl="0">
              <a:lnSpc>
                <a:spcPct val="85000"/>
              </a:lnSpc>
              <a:spcBef>
                <a:spcPts val="1000"/>
              </a:spcBef>
              <a:spcAft>
                <a:spcPts val="1000"/>
              </a:spcAft>
              <a:buSzPts val="1400"/>
              <a:buNone/>
              <a:defRPr sz="1800" b="1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65750" y="1706867"/>
            <a:ext cx="8320200" cy="503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1800" i="0" u="none" strike="noStrike" cap="none">
                <a:solidFill>
                  <a:srgbClr val="5B5B5B"/>
                </a:solidFill>
              </a:defRPr>
            </a:lvl1pPr>
            <a:lvl2pPr marL="914400" marR="0" lvl="1" indent="-3429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800"/>
              <a:buChar char="•"/>
              <a:defRPr sz="1800" i="0" u="none" strike="noStrike" cap="none">
                <a:solidFill>
                  <a:srgbClr val="5B5B5B"/>
                </a:solidFill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accent1"/>
              </a:buClr>
              <a:buSzPts val="1400"/>
              <a:buChar char="•"/>
              <a:defRPr i="0" u="none" strike="noStrike" cap="none">
                <a:solidFill>
                  <a:srgbClr val="5B5B5B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229600" y="6520074"/>
            <a:ext cx="473700" cy="9233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1pPr>
            <a:lvl2pPr marL="0" marR="0" lvl="1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2pPr>
            <a:lvl3pPr marL="0" marR="0" lvl="2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3pPr>
            <a:lvl4pPr marL="0" marR="0" lvl="3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4pPr>
            <a:lvl5pPr marL="0" marR="0" lvl="4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5pPr>
            <a:lvl6pPr marL="0" marR="0" lvl="5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6pPr>
            <a:lvl7pPr marL="0" marR="0" lvl="6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7pPr>
            <a:lvl8pPr marL="0" marR="0" lvl="7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8pPr>
            <a:lvl9pPr marL="0" marR="0" lvl="8" indent="0" algn="r" rtl="0">
              <a:spcBef>
                <a:spcPts val="0"/>
              </a:spcBef>
              <a:buNone/>
              <a:defRPr sz="600" i="0">
                <a:solidFill>
                  <a:srgbClr val="929292"/>
                </a:solidFill>
              </a:defRPr>
            </a:lvl9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Google Shape;9;p1"/>
          <p:cNvSpPr txBox="1"/>
          <p:nvPr/>
        </p:nvSpPr>
        <p:spPr>
          <a:xfrm>
            <a:off x="3837300" y="-874133"/>
            <a:ext cx="5306700" cy="22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C8C8C8"/>
                </a:solidFill>
              </a:rPr>
              <a:t>SNOWFLAKE GSLIDES THEME 2025.01</a:t>
            </a:r>
            <a:endParaRPr sz="800">
              <a:solidFill>
                <a:srgbClr val="C8C8C8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92334218"/>
      </p:ext>
    </p:extLst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  <p:sldLayoutId id="2147483688" r:id="rId28"/>
    <p:sldLayoutId id="2147483689" r:id="rId29"/>
    <p:sldLayoutId id="2147483690" r:id="rId30"/>
    <p:sldLayoutId id="2147483691" r:id="rId31"/>
  </p:sldLayoutIdLst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 eaLnBrk="1" hangingPunct="1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880">
          <p15:clr>
            <a:srgbClr val="F26B43"/>
          </p15:clr>
        </p15:guide>
        <p15:guide id="2" orient="horz" pos="403">
          <p15:clr>
            <a:srgbClr val="F26B43"/>
          </p15:clr>
        </p15:guide>
        <p15:guide id="3" orient="horz" pos="1620">
          <p15:clr>
            <a:srgbClr val="EA4335"/>
          </p15:clr>
        </p15:guide>
        <p15:guide id="4" orient="horz" pos="2952">
          <p15:clr>
            <a:srgbClr val="F26B43"/>
          </p15:clr>
        </p15:guide>
        <p15:guide id="5" pos="288">
          <p15:clr>
            <a:srgbClr val="EA4335"/>
          </p15:clr>
        </p15:guide>
        <p15:guide id="6" pos="5472">
          <p15:clr>
            <a:srgbClr val="EA4335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idx="3"/>
          </p:nvPr>
        </p:nvSpPr>
        <p:spPr>
          <a:xfrm>
            <a:off x="366600" y="1584967"/>
            <a:ext cx="7410900" cy="2560400"/>
          </a:xfrm>
        </p:spPr>
        <p:txBody>
          <a:bodyPr wrap="square" anchor="b">
            <a:normAutofit/>
          </a:bodyPr>
          <a:lstStyle/>
          <a:p>
            <a:r>
              <a:t>SOW DOCUMENT INTELLIGENCE</a:t>
            </a:r>
          </a:p>
          <a:p>
            <a:r>
              <a:t>WITH SNOWFLAKE CORTEX AI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4294967295"/>
          </p:nvPr>
        </p:nvSpPr>
        <p:spPr>
          <a:xfrm>
            <a:off x="366600" y="4396733"/>
            <a:ext cx="6400800" cy="1294170"/>
          </a:xfrm>
        </p:spPr>
        <p:txBody>
          <a:bodyPr/>
          <a:lstStyle/>
          <a:p>
            <a:pPr marL="114300" indent="0">
              <a:spcAft>
                <a:spcPts val="600"/>
              </a:spcAft>
              <a:buNone/>
            </a:pPr>
            <a:r>
              <a:rPr dirty="0"/>
              <a:t>Automated Extraction &amp; Analysis of Statement of Work Contracts</a:t>
            </a:r>
            <a:endParaRPr lang="en-US" dirty="0"/>
          </a:p>
          <a:p>
            <a:pPr marL="114300" indent="0">
              <a:spcAft>
                <a:spcPts val="600"/>
              </a:spcAft>
              <a:buNone/>
            </a:pPr>
            <a:r>
              <a:rPr dirty="0"/>
              <a:t>January 2026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body" idx="1"/>
          </p:nvPr>
        </p:nvSpPr>
        <p:spPr>
          <a:xfrm>
            <a:off x="365750" y="365760"/>
            <a:ext cx="1927225" cy="5121275"/>
          </a:xfrm>
        </p:spPr>
        <p:txBody>
          <a:bodyPr wrap="square" anchor="t">
            <a:normAutofit/>
          </a:bodyPr>
          <a:lstStyle/>
          <a:p>
            <a:pPr>
              <a:spcAft>
                <a:spcPts val="600"/>
              </a:spcAft>
            </a:pPr>
            <a:r>
              <a:rPr lang="en-US"/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type="body" idx="2"/>
          </p:nvPr>
        </p:nvSpPr>
        <p:spPr>
          <a:xfrm>
            <a:off x="2961200" y="1219200"/>
            <a:ext cx="5725500" cy="50292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rPr lang="en-US" dirty="0"/>
              <a:t>Project Overview</a:t>
            </a:r>
          </a:p>
          <a:p>
            <a:pPr>
              <a:spcAft>
                <a:spcPts val="600"/>
              </a:spcAft>
            </a:pPr>
            <a:r>
              <a:rPr lang="en-US" dirty="0"/>
              <a:t>Solution Architecture</a:t>
            </a:r>
          </a:p>
          <a:p>
            <a:pPr>
              <a:spcAft>
                <a:spcPts val="600"/>
              </a:spcAft>
            </a:pPr>
            <a:r>
              <a:rPr lang="en-US" dirty="0"/>
              <a:t>Internal Stage &amp; Upload</a:t>
            </a:r>
          </a:p>
          <a:p>
            <a:pPr>
              <a:spcAft>
                <a:spcPts val="600"/>
              </a:spcAft>
            </a:pPr>
            <a:r>
              <a:rPr lang="en-US" dirty="0"/>
              <a:t>AI_EXTRACT Data Extraction</a:t>
            </a:r>
          </a:p>
          <a:p>
            <a:pPr>
              <a:spcAft>
                <a:spcPts val="600"/>
              </a:spcAft>
            </a:pPr>
            <a:r>
              <a:rPr lang="en-US" dirty="0"/>
              <a:t>Data Storage (Flat Tables &amp; JSON)</a:t>
            </a:r>
          </a:p>
          <a:p>
            <a:pPr>
              <a:spcAft>
                <a:spcPts val="600"/>
              </a:spcAft>
            </a:pPr>
            <a:r>
              <a:rPr lang="en-US" dirty="0"/>
              <a:t>Accuracy Results &amp; Findings</a:t>
            </a:r>
          </a:p>
          <a:p>
            <a:pPr>
              <a:spcAft>
                <a:spcPts val="600"/>
              </a:spcAft>
            </a:pPr>
            <a:r>
              <a:rPr lang="en-US" dirty="0"/>
              <a:t>Cortex Analyst &amp; Semantic Model</a:t>
            </a:r>
          </a:p>
          <a:p>
            <a:pPr>
              <a:spcAft>
                <a:spcPts val="600"/>
              </a:spcAft>
            </a:pPr>
            <a:r>
              <a:rPr lang="en-US" dirty="0"/>
              <a:t>Cortex Agent &amp; Snowflake Intelligence</a:t>
            </a:r>
          </a:p>
          <a:p>
            <a:pPr>
              <a:spcAft>
                <a:spcPts val="600"/>
              </a:spcAft>
            </a:pPr>
            <a:r>
              <a:rPr lang="en-US" dirty="0"/>
              <a:t>Object Locations &amp; Access</a:t>
            </a:r>
          </a:p>
          <a:p>
            <a:pPr>
              <a:spcAft>
                <a:spcPts val="600"/>
              </a:spcAft>
            </a:pPr>
            <a:r>
              <a:rPr lang="en-US" dirty="0"/>
              <a:t>Next Steps: S3 Integration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58845"/>
            <a:ext cx="8320200" cy="4873792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Objective:</a:t>
            </a:r>
          </a:p>
          <a:p>
            <a:r>
              <a:rPr dirty="0"/>
              <a:t>Automatically extract structured data from SOW PDFs using Snowflake Cortex AI.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What We Built:</a:t>
            </a:r>
          </a:p>
          <a:p>
            <a:r>
              <a:rPr dirty="0"/>
              <a:t>Automated PDF extraction pipeline using AI_EXTRACT</a:t>
            </a:r>
          </a:p>
          <a:p>
            <a:r>
              <a:rPr dirty="0"/>
              <a:t>3 structured tables: Details, Resources, Deliverables</a:t>
            </a:r>
          </a:p>
          <a:p>
            <a:r>
              <a:rPr dirty="0"/>
              <a:t>Natural language query interface (Cortex Agent)</a:t>
            </a:r>
          </a:p>
          <a:p>
            <a:r>
              <a:rPr dirty="0"/>
              <a:t>Semantic model for data analysis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Scope:</a:t>
            </a:r>
          </a:p>
          <a:p>
            <a:r>
              <a:rPr dirty="0"/>
              <a:t>Documents Processed: 28 SOW PDFs</a:t>
            </a:r>
          </a:p>
          <a:p>
            <a:r>
              <a:rPr dirty="0"/>
              <a:t>Fields Extracted: 16+ contract fields per document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Solution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086417"/>
            <a:ext cx="8320200" cy="4627672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Data Flow:</a:t>
            </a:r>
          </a:p>
          <a:p>
            <a:pPr marL="114300" indent="0">
              <a:buNone/>
            </a:pPr>
            <a:r>
              <a:rPr lang="en-US" dirty="0"/>
              <a:t>PDF Documents → Internal Stage → AI_EXTRACT → JSON → Flat Tables</a:t>
            </a:r>
          </a:p>
          <a:p>
            <a:pPr marL="114300" indent="0">
              <a:buNone/>
            </a:pPr>
            <a:r>
              <a:rPr lang="en-US" dirty="0"/>
              <a:t>↓</a:t>
            </a:r>
          </a:p>
          <a:p>
            <a:pPr marL="114300" indent="0">
              <a:buNone/>
            </a:pPr>
            <a:r>
              <a:rPr lang="en-US" dirty="0"/>
              <a:t>Snowflake Intelligence ← SOW_AGENT ← SOW_ANALYST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Technology Stack:</a:t>
            </a:r>
          </a:p>
          <a:p>
            <a:r>
              <a:rPr lang="en-US" dirty="0"/>
              <a:t>Document Storage: Snowflake Internal Stage</a:t>
            </a:r>
          </a:p>
          <a:p>
            <a:r>
              <a:rPr lang="en-US" dirty="0"/>
              <a:t>AI Extraction: Snowflake Cortex AI_EXTRACT</a:t>
            </a:r>
          </a:p>
          <a:p>
            <a:r>
              <a:rPr lang="en-US" dirty="0"/>
              <a:t>Data Storage: Flat Tables + JSON</a:t>
            </a:r>
          </a:p>
          <a:p>
            <a:r>
              <a:rPr lang="en-US" dirty="0"/>
              <a:t>Semantic Layer: Cortex Analyst (SOW_ANALYST)</a:t>
            </a:r>
          </a:p>
          <a:p>
            <a:r>
              <a:rPr lang="en-US" dirty="0"/>
              <a:t>AI Assistant: Cortex Agent (SOW_AGENT)</a:t>
            </a:r>
          </a:p>
          <a:p>
            <a:r>
              <a:rPr lang="en-US" dirty="0"/>
              <a:t>Interface: Snowflake Intelligence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1: Internal Stage &amp; Document Upload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58844"/>
            <a:ext cx="8320200" cy="4236695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Create Internal Stage: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CREATE STAGE SF_CONTRACTOR_DB.BFS.DOCUMENT_EXTRACTION</a:t>
            </a:r>
          </a:p>
          <a:p>
            <a:pPr marL="114300" indent="0">
              <a:buNone/>
            </a:pPr>
            <a:r>
              <a:rPr lang="en-US" dirty="0"/>
              <a:t>DIRECTORY = (ENABLE = TRUE)</a:t>
            </a:r>
          </a:p>
          <a:p>
            <a:pPr marL="114300" indent="0">
              <a:buNone/>
            </a:pPr>
            <a:r>
              <a:rPr lang="en-US" dirty="0"/>
              <a:t>ENCRYPTION = (TYPE = 'SNOWFLAKE_SSE');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Upload:</a:t>
            </a:r>
          </a:p>
          <a:p>
            <a:r>
              <a:rPr lang="en-US" dirty="0"/>
              <a:t>28 SOW PDF documents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Verify:</a:t>
            </a:r>
          </a:p>
          <a:p>
            <a:r>
              <a:rPr lang="en-US" dirty="0"/>
              <a:t>SELECT * FROM DIRECTORY(@DOCUMENT_EXTRACTION);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Step 2: AI_EXTRACT Function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095469"/>
            <a:ext cx="8320200" cy="4300070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What is AI_EXTRACT?</a:t>
            </a:r>
          </a:p>
          <a:p>
            <a:r>
              <a:rPr lang="en-US" dirty="0"/>
              <a:t>Snowflake Cortex AI function</a:t>
            </a:r>
          </a:p>
          <a:p>
            <a:r>
              <a:rPr lang="en-US" dirty="0"/>
              <a:t>Extracts structured data from PDFs</a:t>
            </a:r>
          </a:p>
          <a:p>
            <a:r>
              <a:rPr lang="en-US" dirty="0"/>
              <a:t>Uses LLM to understand document content</a:t>
            </a:r>
          </a:p>
          <a:p>
            <a:r>
              <a:rPr lang="en-US" dirty="0"/>
              <a:t>Returns JSON based on defined schema</a:t>
            </a:r>
          </a:p>
          <a:p>
            <a:r>
              <a:rPr lang="en-US" dirty="0"/>
              <a:t>No pre-training required</a:t>
            </a:r>
          </a:p>
          <a:p>
            <a:endParaRPr lang="en-US" dirty="0"/>
          </a:p>
          <a:p>
            <a:pPr marL="114300" indent="0">
              <a:buNone/>
            </a:pPr>
            <a:r>
              <a:rPr lang="en-US" dirty="0"/>
              <a:t>Key Features:</a:t>
            </a:r>
          </a:p>
          <a:p>
            <a:r>
              <a:rPr lang="en-US" dirty="0"/>
              <a:t>Handles various PDF formats</a:t>
            </a:r>
          </a:p>
          <a:p>
            <a:r>
              <a:rPr lang="en-US" dirty="0"/>
              <a:t>Schema-based extraction</a:t>
            </a:r>
          </a:p>
          <a:p>
            <a:r>
              <a:rPr lang="en-US" dirty="0"/>
              <a:t>Works with internal &amp; external stages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Extraction Schema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49790"/>
            <a:ext cx="8320200" cy="4245749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CONTRACT DETAILS (16 fields):</a:t>
            </a:r>
          </a:p>
          <a:p>
            <a:r>
              <a:rPr dirty="0" err="1"/>
              <a:t>sow_name</a:t>
            </a:r>
            <a:r>
              <a:rPr dirty="0"/>
              <a:t>, buyer, </a:t>
            </a:r>
            <a:r>
              <a:rPr dirty="0" err="1"/>
              <a:t>supplier_name</a:t>
            </a:r>
            <a:r>
              <a:rPr dirty="0"/>
              <a:t>, </a:t>
            </a:r>
            <a:r>
              <a:rPr dirty="0" err="1"/>
              <a:t>start_date</a:t>
            </a:r>
            <a:r>
              <a:rPr dirty="0"/>
              <a:t>, </a:t>
            </a:r>
            <a:r>
              <a:rPr dirty="0" err="1"/>
              <a:t>end_date</a:t>
            </a:r>
            <a:r>
              <a:rPr dirty="0"/>
              <a:t>,</a:t>
            </a:r>
          </a:p>
          <a:p>
            <a:r>
              <a:rPr dirty="0" err="1"/>
              <a:t>engagement_type</a:t>
            </a:r>
            <a:r>
              <a:rPr dirty="0"/>
              <a:t>, scope, description, </a:t>
            </a:r>
            <a:r>
              <a:rPr dirty="0" err="1"/>
              <a:t>managed_category</a:t>
            </a:r>
            <a:r>
              <a:rPr dirty="0"/>
              <a:t>,</a:t>
            </a:r>
          </a:p>
          <a:p>
            <a:r>
              <a:rPr dirty="0" err="1"/>
              <a:t>total_budget</a:t>
            </a:r>
            <a:r>
              <a:rPr dirty="0"/>
              <a:t>, currency, city, state, country, </a:t>
            </a:r>
            <a:r>
              <a:rPr dirty="0" err="1"/>
              <a:t>payment_type</a:t>
            </a:r>
            <a:endParaRPr dirty="0"/>
          </a:p>
          <a:p>
            <a:endParaRPr dirty="0"/>
          </a:p>
          <a:p>
            <a:pPr marL="114300" indent="0">
              <a:buNone/>
            </a:pPr>
            <a:r>
              <a:rPr dirty="0"/>
              <a:t>RESOURCES (14 fields per resource):</a:t>
            </a:r>
          </a:p>
          <a:p>
            <a:r>
              <a:rPr dirty="0"/>
              <a:t>role, level, rate, </a:t>
            </a:r>
            <a:r>
              <a:rPr dirty="0" err="1"/>
              <a:t>rate_type</a:t>
            </a:r>
            <a:r>
              <a:rPr dirty="0"/>
              <a:t>, currency, count, </a:t>
            </a:r>
            <a:r>
              <a:rPr dirty="0" err="1"/>
              <a:t>total_cost</a:t>
            </a:r>
            <a:r>
              <a:rPr dirty="0"/>
              <a:t>,</a:t>
            </a:r>
          </a:p>
          <a:p>
            <a:r>
              <a:rPr dirty="0" err="1"/>
              <a:t>start_date</a:t>
            </a:r>
            <a:r>
              <a:rPr dirty="0"/>
              <a:t>, </a:t>
            </a:r>
            <a:r>
              <a:rPr dirty="0" err="1"/>
              <a:t>end_date</a:t>
            </a:r>
            <a:r>
              <a:rPr dirty="0"/>
              <a:t>, country, state, city, </a:t>
            </a:r>
            <a:r>
              <a:rPr dirty="0" err="1"/>
              <a:t>location_type</a:t>
            </a:r>
            <a:r>
              <a:rPr dirty="0"/>
              <a:t>, description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DELIVERABLES (6 fields per deliverable):</a:t>
            </a:r>
          </a:p>
          <a:p>
            <a:r>
              <a:rPr dirty="0"/>
              <a:t>number, type, name, description, amount, currency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Step 3: Data Storage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76950"/>
            <a:ext cx="8320200" cy="3581491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Three Normalized Tables:</a:t>
            </a:r>
          </a:p>
          <a:p>
            <a:r>
              <a:rPr dirty="0"/>
              <a:t>SOW_DETAILS_V3</a:t>
            </a:r>
            <a:endParaRPr lang="en-US" dirty="0"/>
          </a:p>
          <a:p>
            <a:r>
              <a:rPr lang="en-US" dirty="0"/>
              <a:t>SOW_RESOURCES_V3</a:t>
            </a:r>
          </a:p>
          <a:p>
            <a:r>
              <a:rPr dirty="0"/>
              <a:t>SOW_DELIVERABLES_V3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Plus JSON Storage: EXTRACTION_RESULTS_V3</a:t>
            </a:r>
          </a:p>
          <a:p>
            <a:r>
              <a:rPr dirty="0"/>
              <a:t>Preserves raw AI output</a:t>
            </a:r>
          </a:p>
          <a:p>
            <a:r>
              <a:rPr dirty="0"/>
              <a:t>Enables reprocessing without re-extraction</a:t>
            </a:r>
          </a:p>
          <a:p>
            <a:r>
              <a:rPr dirty="0"/>
              <a:t>Supports validation and debugging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Testing Findings &amp; Lessons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258433"/>
            <a:ext cx="8320200" cy="4774204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Ground Truth Challenges:</a:t>
            </a:r>
          </a:p>
          <a:p>
            <a:r>
              <a:rPr dirty="0"/>
              <a:t>Some values in ground truth were NOT found in actual PDF documents</a:t>
            </a:r>
          </a:p>
          <a:p>
            <a:r>
              <a:rPr dirty="0"/>
              <a:t>Date formats varied: MM/DD/YYYY vs YYYY-MM-DD</a:t>
            </a:r>
          </a:p>
          <a:p>
            <a:r>
              <a:rPr dirty="0"/>
              <a:t>Currency formats varied: "US Dollar" vs "USD"</a:t>
            </a:r>
          </a:p>
          <a:p>
            <a:r>
              <a:rPr dirty="0"/>
              <a:t>Some fields not extracted</a:t>
            </a:r>
            <a:r>
              <a:rPr lang="en-US" dirty="0"/>
              <a:t> in ground truth</a:t>
            </a:r>
            <a:endParaRPr dirty="0"/>
          </a:p>
          <a:p>
            <a:endParaRPr dirty="0"/>
          </a:p>
          <a:p>
            <a:pPr marL="114300" indent="0">
              <a:buNone/>
            </a:pPr>
            <a:r>
              <a:rPr dirty="0"/>
              <a:t>What This Means:</a:t>
            </a:r>
          </a:p>
          <a:p>
            <a:r>
              <a:rPr dirty="0"/>
              <a:t>Accuracy numbers are not fully reliable</a:t>
            </a:r>
          </a:p>
          <a:p>
            <a:r>
              <a:rPr dirty="0"/>
              <a:t>AI extraction is working - manual PDF review</a:t>
            </a:r>
            <a:r>
              <a:rPr lang="en-US" dirty="0"/>
              <a:t> required</a:t>
            </a:r>
            <a:endParaRPr dirty="0"/>
          </a:p>
          <a:p>
            <a:endParaRPr dirty="0"/>
          </a:p>
          <a:p>
            <a:pPr marL="114300" indent="0">
              <a:buNone/>
            </a:pPr>
            <a:r>
              <a:rPr dirty="0"/>
              <a:t>Next Steps for Accuracy:</a:t>
            </a:r>
          </a:p>
          <a:p>
            <a:r>
              <a:rPr lang="en-US" dirty="0"/>
              <a:t>Work with Brightfield to evaluate the extraction</a:t>
            </a:r>
            <a:endParaRPr dirty="0"/>
          </a:p>
          <a:p>
            <a:r>
              <a:rPr dirty="0"/>
              <a:t>Test on larger document sample</a:t>
            </a:r>
            <a:r>
              <a:rPr lang="en-US" dirty="0"/>
              <a:t> (s3)</a:t>
            </a:r>
            <a:endParaRPr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Cortex Analyst?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22631"/>
            <a:ext cx="8320200" cy="3954360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Snowflake's semantic layer for natural language queries.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How it works:</a:t>
            </a:r>
          </a:p>
          <a:p>
            <a:r>
              <a:rPr dirty="0"/>
              <a:t>User Question → Cortex Analyst → SQL Query → Results</a:t>
            </a:r>
          </a:p>
          <a:p>
            <a:r>
              <a:rPr dirty="0"/>
              <a:t>"Total budget?" → (Semantic Model) → SUM(budget) → $613M</a:t>
            </a:r>
          </a:p>
          <a:p>
            <a:endParaRPr lang="en-US" dirty="0"/>
          </a:p>
          <a:p>
            <a:pPr marL="114300" indent="0">
              <a:buNone/>
            </a:pPr>
            <a:r>
              <a:rPr dirty="0"/>
              <a:t>Our Implementation: SOW_ANALYST</a:t>
            </a:r>
          </a:p>
          <a:p>
            <a:r>
              <a:rPr dirty="0"/>
              <a:t>Connected to 3 SOW tables</a:t>
            </a:r>
          </a:p>
          <a:p>
            <a:r>
              <a:rPr dirty="0"/>
              <a:t>Dimensions defined for all fields</a:t>
            </a:r>
          </a:p>
          <a:p>
            <a:r>
              <a:rPr dirty="0"/>
              <a:t>Enables natural language queries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Cortex Agent?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231271"/>
            <a:ext cx="8320200" cy="3845719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AI-powered assistant that uses tools to answer questions.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Our Implementation: SOW_AGENT</a:t>
            </a:r>
          </a:p>
          <a:p>
            <a:r>
              <a:rPr dirty="0"/>
              <a:t>Tool: </a:t>
            </a:r>
            <a:r>
              <a:rPr dirty="0" err="1"/>
              <a:t>SOW_Data_Analyzer</a:t>
            </a:r>
            <a:endParaRPr dirty="0"/>
          </a:p>
          <a:p>
            <a:r>
              <a:rPr dirty="0"/>
              <a:t>Connected to: SOW_ANALYST semantic model</a:t>
            </a:r>
          </a:p>
          <a:p>
            <a:r>
              <a:rPr dirty="0"/>
              <a:t>Provides: Conversational interface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Example:</a:t>
            </a:r>
          </a:p>
          <a:p>
            <a:r>
              <a:rPr dirty="0"/>
              <a:t>User: "What is the total budget across all contracts?"</a:t>
            </a:r>
          </a:p>
          <a:p>
            <a:r>
              <a:rPr dirty="0"/>
              <a:t>Agent: "The total budget is $613,303,084.54"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58844"/>
            <a:ext cx="8320200" cy="4236695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Unified AI interface in Snowflake.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Features:</a:t>
            </a:r>
          </a:p>
          <a:p>
            <a:r>
              <a:rPr dirty="0"/>
              <a:t>Chat-based interaction with your data</a:t>
            </a:r>
          </a:p>
          <a:p>
            <a:r>
              <a:rPr dirty="0"/>
              <a:t>Connects to Cortex Agents</a:t>
            </a:r>
          </a:p>
          <a:p>
            <a:r>
              <a:rPr dirty="0"/>
              <a:t>Natural language queries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Demo:</a:t>
            </a:r>
          </a:p>
          <a:p>
            <a:r>
              <a:rPr dirty="0"/>
              <a:t>User: "What is the total budget across all contracts?"</a:t>
            </a:r>
          </a:p>
          <a:p>
            <a:r>
              <a:rPr dirty="0"/>
              <a:t>Agent: "$613,303,084.54"</a:t>
            </a:r>
          </a:p>
          <a:p>
            <a:r>
              <a:rPr dirty="0"/>
              <a:t>[Insert Snowflake Intelligence screenshot here]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Snowflake Object Locations &amp; Access</a:t>
            </a: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8DD50C1A-93AC-D91D-430F-2E3053A87D7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8705695"/>
              </p:ext>
            </p:extLst>
          </p:nvPr>
        </p:nvGraphicFramePr>
        <p:xfrm>
          <a:off x="366550" y="1135380"/>
          <a:ext cx="8348400" cy="55702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4200">
                  <a:extLst>
                    <a:ext uri="{9D8B030D-6E8A-4147-A177-3AD203B41FA5}">
                      <a16:colId xmlns:a16="http://schemas.microsoft.com/office/drawing/2014/main" val="3174150769"/>
                    </a:ext>
                  </a:extLst>
                </a:gridCol>
                <a:gridCol w="4174200">
                  <a:extLst>
                    <a:ext uri="{9D8B030D-6E8A-4147-A177-3AD203B41FA5}">
                      <a16:colId xmlns:a16="http://schemas.microsoft.com/office/drawing/2014/main" val="3036782824"/>
                    </a:ext>
                  </a:extLst>
                </a:gridCol>
              </a:tblGrid>
              <a:tr h="335556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46872897"/>
                  </a:ext>
                </a:extLst>
              </a:tr>
              <a:tr h="570445">
                <a:tc>
                  <a:txBody>
                    <a:bodyPr/>
                    <a:lstStyle/>
                    <a:p>
                      <a:r>
                        <a:rPr lang="en-US" dirty="0"/>
                        <a:t>Database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SF_CONTRACTOR_DB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0207811"/>
                  </a:ext>
                </a:extLst>
              </a:tr>
              <a:tr h="335556">
                <a:tc>
                  <a:txBody>
                    <a:bodyPr/>
                    <a:lstStyle/>
                    <a:p>
                      <a:r>
                        <a:rPr lang="en-US" dirty="0"/>
                        <a:t>Schema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BFS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50483639"/>
                  </a:ext>
                </a:extLst>
              </a:tr>
              <a:tr h="570445">
                <a:tc>
                  <a:txBody>
                    <a:bodyPr/>
                    <a:lstStyle/>
                    <a:p>
                      <a:r>
                        <a:rPr lang="en-US" dirty="0"/>
                        <a:t>Stage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fr-FR" dirty="0"/>
                        <a:t>SF_CONTRACTOR_DB.BFS.DOCUMENT_EXTRACTION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25251828"/>
                  </a:ext>
                </a:extLst>
              </a:tr>
              <a:tr h="570445">
                <a:tc>
                  <a:txBody>
                    <a:bodyPr/>
                    <a:lstStyle/>
                    <a:p>
                      <a:r>
                        <a:rPr lang="en-US" dirty="0"/>
                        <a:t>Details Table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SF_CONTRACTOR_DB.BFS.SOW_DETAILS_V3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060264329"/>
                  </a:ext>
                </a:extLst>
              </a:tr>
              <a:tr h="570445">
                <a:tc>
                  <a:txBody>
                    <a:bodyPr/>
                    <a:lstStyle/>
                    <a:p>
                      <a:r>
                        <a:rPr lang="en-US" dirty="0"/>
                        <a:t>Resources Table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SF_CONTRACTOR_DB.BFS.SOW_RESOURCES_V3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67990412"/>
                  </a:ext>
                </a:extLst>
              </a:tr>
              <a:tr h="570445">
                <a:tc>
                  <a:txBody>
                    <a:bodyPr/>
                    <a:lstStyle/>
                    <a:p>
                      <a:r>
                        <a:rPr lang="en-US" dirty="0"/>
                        <a:t>Deliverables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SF_CONTRACTOR_DB.BFS.SOW_DELIVERABLES_V3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295845303"/>
                  </a:ext>
                </a:extLst>
              </a:tr>
              <a:tr h="570445">
                <a:tc>
                  <a:txBody>
                    <a:bodyPr/>
                    <a:lstStyle/>
                    <a:p>
                      <a:r>
                        <a:rPr lang="en-US" dirty="0"/>
                        <a:t>JSON Table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SF_CONTRACTOR_DB.BFS.EXTRACTION_RESULTS_V3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6023276"/>
                  </a:ext>
                </a:extLst>
              </a:tr>
              <a:tr h="335556">
                <a:tc>
                  <a:txBody>
                    <a:bodyPr/>
                    <a:lstStyle/>
                    <a:p>
                      <a:r>
                        <a:rPr lang="en-US" dirty="0"/>
                        <a:t>Semantic 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SF_CONTRACTOR_DB.BFS.SOW_ANALYST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61885745"/>
                  </a:ext>
                </a:extLst>
              </a:tr>
              <a:tr h="335556">
                <a:tc>
                  <a:txBody>
                    <a:bodyPr/>
                    <a:lstStyle/>
                    <a:p>
                      <a:r>
                        <a:rPr lang="en-US" dirty="0"/>
                        <a:t>Cortex Agent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SF_CONTRACTOR_DB.BFS.SOW_AGENT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5028107"/>
                  </a:ext>
                </a:extLst>
              </a:tr>
              <a:tr h="805332">
                <a:tc>
                  <a:txBody>
                    <a:bodyPr/>
                    <a:lstStyle/>
                    <a:p>
                      <a:r>
                        <a:rPr lang="en-US" dirty="0"/>
                        <a:t>Snowflake Intelligence URL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dirty="0"/>
                        <a:t>https://ai.snowflake.com/brightfield/tdx/#/ai/chat/new?db=SF_CONTRACTOR_DB&amp;schema=BFS&amp;agent=SOW_AGENT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088419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Steps: S3 Integration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95057"/>
            <a:ext cx="8320200" cy="4200482"/>
          </a:xfrm>
        </p:spPr>
        <p:txBody>
          <a:bodyPr/>
          <a:lstStyle/>
          <a:p>
            <a:pPr marL="114300" indent="0">
              <a:buNone/>
            </a:pPr>
            <a:r>
              <a:rPr dirty="0"/>
              <a:t>Current State:</a:t>
            </a:r>
          </a:p>
          <a:p>
            <a:r>
              <a:rPr dirty="0"/>
              <a:t>Internal stage with 28 test documents</a:t>
            </a:r>
          </a:p>
          <a:p>
            <a:r>
              <a:rPr dirty="0"/>
              <a:t>AI_EXTRACT pipeline working</a:t>
            </a:r>
          </a:p>
          <a:p>
            <a:r>
              <a:rPr dirty="0"/>
              <a:t>Semantic model and agent deployed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Next Phase</a:t>
            </a:r>
            <a:r>
              <a:rPr lang="en-US" dirty="0"/>
              <a:t>:</a:t>
            </a:r>
            <a:endParaRPr dirty="0"/>
          </a:p>
          <a:p>
            <a:r>
              <a:rPr dirty="0"/>
              <a:t>Create S3 bucket for production documents</a:t>
            </a:r>
          </a:p>
          <a:p>
            <a:r>
              <a:rPr dirty="0"/>
              <a:t>Create Storage Integration in Snowflake</a:t>
            </a:r>
          </a:p>
          <a:p>
            <a:r>
              <a:rPr dirty="0"/>
              <a:t>Create External Stage pointing to S3</a:t>
            </a:r>
          </a:p>
          <a:p>
            <a:r>
              <a:rPr dirty="0"/>
              <a:t>Test extraction on production documents</a:t>
            </a:r>
          </a:p>
          <a:p>
            <a:r>
              <a:rPr dirty="0"/>
              <a:t>Validate accuracy with verified ground truth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5750" y="1176950"/>
            <a:ext cx="8320200" cy="4218589"/>
          </a:xfrm>
        </p:spPr>
        <p:txBody>
          <a:bodyPr/>
          <a:lstStyle/>
          <a:p>
            <a:pPr marL="114300" indent="0">
              <a:buNone/>
            </a:pPr>
            <a:r>
              <a:rPr lang="en-US" dirty="0"/>
              <a:t>Current Status</a:t>
            </a:r>
            <a:r>
              <a:rPr dirty="0"/>
              <a:t>:</a:t>
            </a:r>
          </a:p>
          <a:p>
            <a:r>
              <a:rPr dirty="0"/>
              <a:t>Automated SOW PDF extraction pipeline</a:t>
            </a:r>
          </a:p>
          <a:p>
            <a:r>
              <a:rPr dirty="0"/>
              <a:t>Structured data in 3 flat tables + JSON storage</a:t>
            </a:r>
          </a:p>
          <a:p>
            <a:r>
              <a:rPr dirty="0"/>
              <a:t>Natural language query interface</a:t>
            </a:r>
            <a:endParaRPr lang="en-US" dirty="0"/>
          </a:p>
          <a:p>
            <a:r>
              <a:rPr lang="en-US" dirty="0"/>
              <a:t>Need for deep extraction evaluation</a:t>
            </a:r>
          </a:p>
          <a:p>
            <a:endParaRPr lang="en-US" dirty="0"/>
          </a:p>
          <a:p>
            <a:pPr marL="114300" indent="0">
              <a:buNone/>
            </a:pPr>
            <a:r>
              <a:rPr dirty="0"/>
              <a:t>Technology Stack:</a:t>
            </a:r>
          </a:p>
          <a:p>
            <a:r>
              <a:rPr dirty="0"/>
              <a:t>Snowflake Cortex AI, Analyst, Agent, Intelligence</a:t>
            </a:r>
          </a:p>
          <a:p>
            <a:endParaRPr dirty="0"/>
          </a:p>
          <a:p>
            <a:pPr marL="114300" indent="0">
              <a:buNone/>
            </a:pPr>
            <a:r>
              <a:rPr dirty="0"/>
              <a:t>Ready For:</a:t>
            </a:r>
          </a:p>
          <a:p>
            <a:r>
              <a:rPr dirty="0"/>
              <a:t>S3 integration with production documents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365750" y="1775967"/>
            <a:ext cx="6076500" cy="3462800"/>
          </a:xfrm>
        </p:spPr>
        <p:txBody>
          <a:bodyPr wrap="square" anchor="ctr">
            <a:normAutofit/>
          </a:bodyPr>
          <a:lstStyle/>
          <a:p>
            <a:pPr>
              <a:spcAft>
                <a:spcPts val="600"/>
              </a:spcAft>
            </a:pPr>
            <a:r>
              <a:t>Thank you!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subTitle" idx="2"/>
          </p:nvPr>
        </p:nvSpPr>
        <p:spPr>
          <a:xfrm>
            <a:off x="3017525" y="5333329"/>
            <a:ext cx="4206300" cy="915200"/>
          </a:xfrm>
        </p:spPr>
        <p:txBody>
          <a:bodyPr wrap="square" anchor="b">
            <a:normAutofit/>
          </a:bodyPr>
          <a:lstStyle/>
          <a:p>
            <a:pPr>
              <a:spcAft>
                <a:spcPts val="600"/>
              </a:spcAft>
            </a:pPr>
            <a:r>
              <a:t>Questions &amp; Discussion</a:t>
            </a:r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nowflake 2025.01">
  <a:themeElements>
    <a:clrScheme name="Snowflake 2018">
      <a:dk1>
        <a:srgbClr val="262626"/>
      </a:dk1>
      <a:lt1>
        <a:srgbClr val="FFFFFF"/>
      </a:lt1>
      <a:dk2>
        <a:srgbClr val="11567F"/>
      </a:dk2>
      <a:lt2>
        <a:srgbClr val="FFFFFF"/>
      </a:lt2>
      <a:accent1>
        <a:srgbClr val="29B5E8"/>
      </a:accent1>
      <a:accent2>
        <a:srgbClr val="11567F"/>
      </a:accent2>
      <a:accent3>
        <a:srgbClr val="71D3DC"/>
      </a:accent3>
      <a:accent4>
        <a:srgbClr val="FF9F36"/>
      </a:accent4>
      <a:accent5>
        <a:srgbClr val="7D44CF"/>
      </a:accent5>
      <a:accent6>
        <a:srgbClr val="D45B90"/>
      </a:accent6>
      <a:hlink>
        <a:srgbClr val="29B5E8"/>
      </a:hlink>
      <a:folHlink>
        <a:srgbClr val="BFBFB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PRESENTAATION</Template>
  <TotalTime>59</TotalTime>
  <Words>1000</Words>
  <Application>Microsoft Office PowerPoint</Application>
  <PresentationFormat>On-screen Show (4:3)</PresentationFormat>
  <Paragraphs>182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2" baseType="lpstr">
      <vt:lpstr>Arial</vt:lpstr>
      <vt:lpstr>Arial Black</vt:lpstr>
      <vt:lpstr>Calibri</vt:lpstr>
      <vt:lpstr>Lato</vt:lpstr>
      <vt:lpstr>Montserrat</vt:lpstr>
      <vt:lpstr>Snowflake 2025.01</vt:lpstr>
      <vt:lpstr>SOW DOCUMENT INTELLIGENCE WITH SNOWFLAKE CORTEX AI</vt:lpstr>
      <vt:lpstr>PowerPoint Presentation</vt:lpstr>
      <vt:lpstr>Project Overview</vt:lpstr>
      <vt:lpstr>Solution Architecture</vt:lpstr>
      <vt:lpstr>Step 1: Internal Stage &amp; Document Upload</vt:lpstr>
      <vt:lpstr>Step 2: AI_EXTRACT Function</vt:lpstr>
      <vt:lpstr>Extraction Schema Design</vt:lpstr>
      <vt:lpstr>Step 3: Data Storage</vt:lpstr>
      <vt:lpstr>Testing Findings &amp; Lessons Learned</vt:lpstr>
      <vt:lpstr>What is Cortex Analyst?</vt:lpstr>
      <vt:lpstr>What is Cortex Agent?</vt:lpstr>
      <vt:lpstr>Snowflake Intelligence</vt:lpstr>
      <vt:lpstr>Snowflake Object Locations &amp; Access</vt:lpstr>
      <vt:lpstr>Next Steps: S3 Integration</vt:lpstr>
      <vt:lpstr>Summary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Hp</dc:creator>
  <cp:keywords/>
  <dc:description>generated using python-pptx</dc:description>
  <cp:lastModifiedBy>Elie Niringiyimana</cp:lastModifiedBy>
  <cp:revision>4</cp:revision>
  <dcterms:created xsi:type="dcterms:W3CDTF">2013-01-27T09:14:16Z</dcterms:created>
  <dcterms:modified xsi:type="dcterms:W3CDTF">2026-01-13T16:47:01Z</dcterms:modified>
  <cp:category/>
</cp:coreProperties>
</file>